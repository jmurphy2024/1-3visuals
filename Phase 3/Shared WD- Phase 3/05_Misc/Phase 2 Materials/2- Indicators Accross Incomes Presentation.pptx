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99" r:id="rId1"/>
  </p:sldMasterIdLst>
  <p:notesMasterIdLst>
    <p:notesMasterId r:id="rId33"/>
  </p:notesMasterIdLst>
  <p:sldIdLst>
    <p:sldId id="256" r:id="rId2"/>
    <p:sldId id="257" r:id="rId3"/>
    <p:sldId id="258" r:id="rId4"/>
    <p:sldId id="286" r:id="rId5"/>
    <p:sldId id="259" r:id="rId6"/>
    <p:sldId id="260" r:id="rId7"/>
    <p:sldId id="261" r:id="rId8"/>
    <p:sldId id="263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4" r:id="rId30"/>
    <p:sldId id="283" r:id="rId31"/>
    <p:sldId id="285" r:id="rId3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1E176A-7ED9-48B7-B043-78AA56CC5854}" v="1" dt="2025-05-16T13:27:38.348"/>
  </p1510:revLst>
</p1510:revInfo>
</file>

<file path=ppt/tableStyles.xml><?xml version="1.0" encoding="utf-8"?>
<a:tblStyleLst xmlns:a="http://schemas.openxmlformats.org/drawingml/2006/main" def="{0D4E591C-C895-405B-A616-9AB38E543CB3}">
  <a:tblStyle styleId="{0D4E591C-C895-405B-A616-9AB38E543CB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94630"/>
  </p:normalViewPr>
  <p:slideViewPr>
    <p:cSldViewPr snapToGrid="0">
      <p:cViewPr varScale="1">
        <p:scale>
          <a:sx n="76" d="100"/>
          <a:sy n="76" d="100"/>
        </p:scale>
        <p:origin x="900" y="60"/>
      </p:cViewPr>
      <p:guideLst/>
    </p:cSldViewPr>
  </p:slideViewPr>
  <p:outlineViewPr>
    <p:cViewPr>
      <p:scale>
        <a:sx n="33" d="100"/>
        <a:sy n="33" d="100"/>
      </p:scale>
      <p:origin x="0" y="-463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 Goshert" userId="82f6974d044e126d" providerId="LiveId" clId="{AA1E176A-7ED9-48B7-B043-78AA56CC5854}"/>
    <pc:docChg chg="addSld modSld">
      <pc:chgData name="Max Goshert" userId="82f6974d044e126d" providerId="LiveId" clId="{AA1E176A-7ED9-48B7-B043-78AA56CC5854}" dt="2025-05-16T13:27:38.348" v="4"/>
      <pc:docMkLst>
        <pc:docMk/>
      </pc:docMkLst>
      <pc:sldChg chg="modNotesTx">
        <pc:chgData name="Max Goshert" userId="82f6974d044e126d" providerId="LiveId" clId="{AA1E176A-7ED9-48B7-B043-78AA56CC5854}" dt="2025-05-16T13:26:07.548" v="2" actId="5793"/>
        <pc:sldMkLst>
          <pc:docMk/>
          <pc:sldMk cId="2472489501" sldId="258"/>
        </pc:sldMkLst>
      </pc:sldChg>
      <pc:sldChg chg="addSp modSp new modAnim">
        <pc:chgData name="Max Goshert" userId="82f6974d044e126d" providerId="LiveId" clId="{AA1E176A-7ED9-48B7-B043-78AA56CC5854}" dt="2025-05-16T13:27:38.348" v="4"/>
        <pc:sldMkLst>
          <pc:docMk/>
          <pc:sldMk cId="3517968876" sldId="286"/>
        </pc:sldMkLst>
        <pc:picChg chg="add mod">
          <ac:chgData name="Max Goshert" userId="82f6974d044e126d" providerId="LiveId" clId="{AA1E176A-7ED9-48B7-B043-78AA56CC5854}" dt="2025-05-16T13:27:38.348" v="4"/>
          <ac:picMkLst>
            <pc:docMk/>
            <pc:sldMk cId="3517968876" sldId="286"/>
            <ac:picMk id="5" creationId="{D3777463-A686-921C-AE48-C9DB983EA58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248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Title slide options →">
  <p:cSld name="CUSTOM_21_2">
    <p:bg>
      <p:bgPr>
        <a:solidFill>
          <a:schemeClr val="accent5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/>
        </p:nvSpPr>
        <p:spPr>
          <a:xfrm>
            <a:off x="2411725" y="2070728"/>
            <a:ext cx="62883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rgbClr val="191919"/>
                </a:highlight>
              </a:rPr>
              <a:t>Title slides</a:t>
            </a:r>
            <a:endParaRPr sz="7200" b="1">
              <a:solidFill>
                <a:srgbClr val="FFFFFF"/>
              </a:solidFill>
              <a:highlight>
                <a:srgbClr val="191919"/>
              </a:highlight>
            </a:endParaRPr>
          </a:p>
        </p:txBody>
      </p:sp>
      <p:sp>
        <p:nvSpPr>
          <p:cNvPr id="19" name="Google Shape;19;p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1 Title slide - Black">
  <p:cSld name="CUSTOM_20_2_1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ctrTitle"/>
          </p:nvPr>
        </p:nvSpPr>
        <p:spPr>
          <a:xfrm>
            <a:off x="420625" y="994550"/>
            <a:ext cx="8275200" cy="2937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420600" y="3931450"/>
            <a:ext cx="8275200" cy="244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27" name="Google Shape;27;p5" descr="Arizona State Univerity logo"/>
          <p:cNvPicPr preferRelativeResize="0"/>
          <p:nvPr/>
        </p:nvPicPr>
        <p:blipFill rotWithShape="1">
          <a:blip r:embed="rId2">
            <a:alphaModFix/>
          </a:blip>
          <a:srcRect t="11215" b="11223"/>
          <a:stretch/>
        </p:blipFill>
        <p:spPr>
          <a:xfrm>
            <a:off x="244105" y="234939"/>
            <a:ext cx="2508149" cy="539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1 Title slide - Gold">
  <p:cSld name="CUSTOM_20_2_2">
    <p:bg>
      <p:bgPr>
        <a:solidFill>
          <a:schemeClr val="accen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ctrTitle"/>
          </p:nvPr>
        </p:nvSpPr>
        <p:spPr>
          <a:xfrm>
            <a:off x="420625" y="994550"/>
            <a:ext cx="8275200" cy="2937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ubTitle" idx="1"/>
          </p:nvPr>
        </p:nvSpPr>
        <p:spPr>
          <a:xfrm>
            <a:off x="420600" y="3931450"/>
            <a:ext cx="8275200" cy="244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31" name="Google Shape;31;p6" descr="Arizona State Univerity logo"/>
          <p:cNvPicPr preferRelativeResize="0"/>
          <p:nvPr/>
        </p:nvPicPr>
        <p:blipFill rotWithShape="1">
          <a:blip r:embed="rId2">
            <a:alphaModFix/>
          </a:blip>
          <a:srcRect t="11215" b="11223"/>
          <a:stretch/>
        </p:blipFill>
        <p:spPr>
          <a:xfrm>
            <a:off x="244105" y="234939"/>
            <a:ext cx="2508149" cy="539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1 Title slide - Maroon">
  <p:cSld name="CUSTOM_20_2_3">
    <p:bg>
      <p:bgPr>
        <a:solidFill>
          <a:schemeClr val="accent2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ctrTitle"/>
          </p:nvPr>
        </p:nvSpPr>
        <p:spPr>
          <a:xfrm>
            <a:off x="420625" y="994550"/>
            <a:ext cx="8275200" cy="2937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1"/>
          </p:nvPr>
        </p:nvSpPr>
        <p:spPr>
          <a:xfrm>
            <a:off x="420600" y="3931450"/>
            <a:ext cx="8275200" cy="244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>
                <a:highlight>
                  <a:schemeClr val="l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35" name="Google Shape;35;p7" descr="Arizona State Univerity logo"/>
          <p:cNvPicPr preferRelativeResize="0"/>
          <p:nvPr/>
        </p:nvPicPr>
        <p:blipFill rotWithShape="1">
          <a:blip r:embed="rId2">
            <a:alphaModFix/>
          </a:blip>
          <a:srcRect t="11215" b="11223"/>
          <a:stretch/>
        </p:blipFill>
        <p:spPr>
          <a:xfrm>
            <a:off x="244105" y="234939"/>
            <a:ext cx="2508149" cy="539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2 Title slide - White">
  <p:cSld name="CUSTOM_19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ctrTitle"/>
          </p:nvPr>
        </p:nvSpPr>
        <p:spPr>
          <a:xfrm>
            <a:off x="420625" y="994550"/>
            <a:ext cx="8275200" cy="3181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1"/>
          </p:nvPr>
        </p:nvSpPr>
        <p:spPr>
          <a:xfrm>
            <a:off x="420625" y="629875"/>
            <a:ext cx="8275200" cy="257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pic>
        <p:nvPicPr>
          <p:cNvPr id="39" name="Google Shape;39;p8" descr="Arizona State Univerity logo"/>
          <p:cNvPicPr preferRelativeResize="0"/>
          <p:nvPr/>
        </p:nvPicPr>
        <p:blipFill rotWithShape="1">
          <a:blip r:embed="rId2">
            <a:alphaModFix/>
          </a:blip>
          <a:srcRect t="11215" b="11223"/>
          <a:stretch/>
        </p:blipFill>
        <p:spPr>
          <a:xfrm>
            <a:off x="6460548" y="4378866"/>
            <a:ext cx="2508149" cy="539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2 Title slide - Black">
  <p:cSld name="CUSTOM_19_1_3">
    <p:bg>
      <p:bgPr>
        <a:solidFill>
          <a:schemeClr val="dk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ctrTitle"/>
          </p:nvPr>
        </p:nvSpPr>
        <p:spPr>
          <a:xfrm>
            <a:off x="420625" y="994550"/>
            <a:ext cx="8275200" cy="3181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420625" y="629875"/>
            <a:ext cx="8275200" cy="257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pic>
        <p:nvPicPr>
          <p:cNvPr id="43" name="Google Shape;43;p9" descr="Arizona State Univerity logo"/>
          <p:cNvPicPr preferRelativeResize="0"/>
          <p:nvPr/>
        </p:nvPicPr>
        <p:blipFill rotWithShape="1">
          <a:blip r:embed="rId2">
            <a:alphaModFix/>
          </a:blip>
          <a:srcRect t="11215" b="11223"/>
          <a:stretch/>
        </p:blipFill>
        <p:spPr>
          <a:xfrm>
            <a:off x="6460548" y="4378866"/>
            <a:ext cx="2508149" cy="539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2 Title slide - Gold">
  <p:cSld name="CUSTOM_19_1_3_1">
    <p:bg>
      <p:bgPr>
        <a:solidFill>
          <a:schemeClr val="accen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ctrTitle"/>
          </p:nvPr>
        </p:nvSpPr>
        <p:spPr>
          <a:xfrm>
            <a:off x="420625" y="994550"/>
            <a:ext cx="8275200" cy="3181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ubTitle" idx="1"/>
          </p:nvPr>
        </p:nvSpPr>
        <p:spPr>
          <a:xfrm>
            <a:off x="420625" y="629875"/>
            <a:ext cx="8275200" cy="257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pic>
        <p:nvPicPr>
          <p:cNvPr id="47" name="Google Shape;47;p10" descr="Arizona State Univerity logo"/>
          <p:cNvPicPr preferRelativeResize="0"/>
          <p:nvPr/>
        </p:nvPicPr>
        <p:blipFill rotWithShape="1">
          <a:blip r:embed="rId2">
            <a:alphaModFix/>
          </a:blip>
          <a:srcRect t="11215" b="11223"/>
          <a:stretch/>
        </p:blipFill>
        <p:spPr>
          <a:xfrm>
            <a:off x="6460548" y="4378866"/>
            <a:ext cx="2508149" cy="539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2 Title slide - Maroon">
  <p:cSld name="CUSTOM_19_1_3_1_1">
    <p:bg>
      <p:bgPr>
        <a:solidFill>
          <a:schemeClr val="accent2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ctrTitle"/>
          </p:nvPr>
        </p:nvSpPr>
        <p:spPr>
          <a:xfrm>
            <a:off x="420625" y="994550"/>
            <a:ext cx="8275200" cy="3181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ubTitle" idx="1"/>
          </p:nvPr>
        </p:nvSpPr>
        <p:spPr>
          <a:xfrm>
            <a:off x="420625" y="629875"/>
            <a:ext cx="8275200" cy="257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l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pic>
        <p:nvPicPr>
          <p:cNvPr id="51" name="Google Shape;51;p11" descr="Arizona State Univerity logo"/>
          <p:cNvPicPr preferRelativeResize="0"/>
          <p:nvPr/>
        </p:nvPicPr>
        <p:blipFill rotWithShape="1">
          <a:blip r:embed="rId2">
            <a:alphaModFix/>
          </a:blip>
          <a:srcRect t="11215" b="11223"/>
          <a:stretch/>
        </p:blipFill>
        <p:spPr>
          <a:xfrm>
            <a:off x="6460548" y="4378866"/>
            <a:ext cx="2508149" cy="539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Agenda slide options →">
  <p:cSld name="CUSTOM_21_1">
    <p:bg>
      <p:bgPr>
        <a:solidFill>
          <a:schemeClr val="accent5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/>
        </p:nvSpPr>
        <p:spPr>
          <a:xfrm>
            <a:off x="2411725" y="1065053"/>
            <a:ext cx="6288300" cy="29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rgbClr val="191919"/>
                </a:highlight>
              </a:rPr>
              <a:t>Agenda and schedule slides</a:t>
            </a:r>
            <a:endParaRPr sz="7200" b="1">
              <a:solidFill>
                <a:srgbClr val="FFFFFF"/>
              </a:solidFill>
              <a:highlight>
                <a:srgbClr val="191919"/>
              </a:highlight>
            </a:endParaRPr>
          </a:p>
        </p:txBody>
      </p:sp>
      <p:sp>
        <p:nvSpPr>
          <p:cNvPr id="60" name="Google Shape;60;p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2 Agenda slide">
  <p:cSld name="CUSTOM_20_1_3">
    <p:bg>
      <p:bgPr>
        <a:solidFill>
          <a:schemeClr val="dk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420625" y="994550"/>
            <a:ext cx="2935200" cy="315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5072075" y="1012025"/>
            <a:ext cx="3624000" cy="316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625600" y="1134525"/>
            <a:ext cx="1057200" cy="28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0"/>
              <a:buFont typeface="Arial"/>
              <a:buNone/>
            </a:pPr>
            <a:r>
              <a:rPr lang="en" sz="22500" b="0" i="0" u="none" strike="noStrike" cap="none">
                <a:solidFill>
                  <a:srgbClr val="FFC627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sz="1100" b="0" i="0" u="none" strike="noStrike" cap="none">
              <a:solidFill>
                <a:srgbClr val="FFC62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erson feature slide options →">
  <p:cSld name="CUSTOM_21_1_1">
    <p:bg>
      <p:bgPr>
        <a:solidFill>
          <a:schemeClr val="accent5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2411725" y="1075653"/>
            <a:ext cx="6288300" cy="29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rgbClr val="191919"/>
                </a:highlight>
              </a:rPr>
              <a:t>People and presenter  feature slides</a:t>
            </a:r>
            <a:endParaRPr sz="7200" b="1">
              <a:solidFill>
                <a:srgbClr val="FFFFFF"/>
              </a:solidFill>
              <a:highlight>
                <a:srgbClr val="191919"/>
              </a:highlight>
            </a:endParaRPr>
          </a:p>
        </p:txBody>
      </p:sp>
      <p:sp>
        <p:nvSpPr>
          <p:cNvPr id="82" name="Google Shape;82;p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1 Person feature slide - 8 person">
  <p:cSld name="CUSTOM_23_1_1_1_1_1_1_2_1_1_1_1_2_1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16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subTitle" idx="28"/>
          </p:nvPr>
        </p:nvSpPr>
        <p:spPr>
          <a:xfrm>
            <a:off x="424450" y="756625"/>
            <a:ext cx="82716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9" name="Photo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424901" y="1197251"/>
            <a:ext cx="736500" cy="736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19"/>
          <p:cNvSpPr txBox="1">
            <a:spLocks noGrp="1"/>
          </p:cNvSpPr>
          <p:nvPr>
            <p:ph type="body" idx="1"/>
          </p:nvPr>
        </p:nvSpPr>
        <p:spPr>
          <a:xfrm>
            <a:off x="423275" y="20212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body" idx="13"/>
          </p:nvPr>
        </p:nvSpPr>
        <p:spPr>
          <a:xfrm>
            <a:off x="423275" y="22474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1pPr>
            <a:lvl2pPr marL="914400" marR="0" lvl="1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2pPr>
            <a:lvl3pPr marL="1371600" marR="0" lvl="2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3pPr>
            <a:lvl4pPr marL="1828800" marR="0" lvl="3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4pPr>
            <a:lvl5pPr marL="2286000" marR="0" lvl="4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01" name="Photo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2521314" y="1197251"/>
            <a:ext cx="736500" cy="736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9"/>
          <p:cNvSpPr txBox="1">
            <a:spLocks noGrp="1"/>
          </p:cNvSpPr>
          <p:nvPr>
            <p:ph type="body" idx="14"/>
          </p:nvPr>
        </p:nvSpPr>
        <p:spPr>
          <a:xfrm>
            <a:off x="2514600" y="20212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body" idx="15"/>
          </p:nvPr>
        </p:nvSpPr>
        <p:spPr>
          <a:xfrm>
            <a:off x="2514600" y="22474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02" name="Photo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4617726" y="1197251"/>
            <a:ext cx="736500" cy="736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19"/>
          <p:cNvSpPr txBox="1">
            <a:spLocks noGrp="1"/>
          </p:cNvSpPr>
          <p:nvPr>
            <p:ph type="body" idx="16"/>
          </p:nvPr>
        </p:nvSpPr>
        <p:spPr>
          <a:xfrm>
            <a:off x="4620300" y="20212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17"/>
          </p:nvPr>
        </p:nvSpPr>
        <p:spPr>
          <a:xfrm>
            <a:off x="4620300" y="22474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03" name="Photo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5"/>
          </p:nvPr>
        </p:nvSpPr>
        <p:spPr>
          <a:xfrm>
            <a:off x="6714126" y="1197251"/>
            <a:ext cx="736500" cy="736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19"/>
          <p:cNvSpPr txBox="1">
            <a:spLocks noGrp="1"/>
          </p:cNvSpPr>
          <p:nvPr>
            <p:ph type="body" idx="18"/>
          </p:nvPr>
        </p:nvSpPr>
        <p:spPr>
          <a:xfrm>
            <a:off x="6726000" y="20212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body" idx="19"/>
          </p:nvPr>
        </p:nvSpPr>
        <p:spPr>
          <a:xfrm>
            <a:off x="6726000" y="22474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04" name="Photo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6"/>
          </p:nvPr>
        </p:nvSpPr>
        <p:spPr>
          <a:xfrm>
            <a:off x="424901" y="3028476"/>
            <a:ext cx="736500" cy="736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19"/>
          <p:cNvSpPr txBox="1">
            <a:spLocks noGrp="1"/>
          </p:cNvSpPr>
          <p:nvPr>
            <p:ph type="body" idx="20"/>
          </p:nvPr>
        </p:nvSpPr>
        <p:spPr>
          <a:xfrm>
            <a:off x="423275" y="38546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21"/>
          </p:nvPr>
        </p:nvSpPr>
        <p:spPr>
          <a:xfrm>
            <a:off x="423275" y="40808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05" name="Photo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7"/>
          </p:nvPr>
        </p:nvSpPr>
        <p:spPr>
          <a:xfrm>
            <a:off x="2521314" y="3028476"/>
            <a:ext cx="736500" cy="736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9"/>
          <p:cNvSpPr txBox="1">
            <a:spLocks noGrp="1"/>
          </p:cNvSpPr>
          <p:nvPr>
            <p:ph type="body" idx="22"/>
          </p:nvPr>
        </p:nvSpPr>
        <p:spPr>
          <a:xfrm>
            <a:off x="2514600" y="38546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body" idx="23"/>
          </p:nvPr>
        </p:nvSpPr>
        <p:spPr>
          <a:xfrm>
            <a:off x="2514600" y="40808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06" name="Photo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8"/>
          </p:nvPr>
        </p:nvSpPr>
        <p:spPr>
          <a:xfrm>
            <a:off x="4617726" y="3028476"/>
            <a:ext cx="736500" cy="736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19"/>
          <p:cNvSpPr txBox="1">
            <a:spLocks noGrp="1"/>
          </p:cNvSpPr>
          <p:nvPr>
            <p:ph type="body" idx="24"/>
          </p:nvPr>
        </p:nvSpPr>
        <p:spPr>
          <a:xfrm>
            <a:off x="4620300" y="38546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body" idx="25"/>
          </p:nvPr>
        </p:nvSpPr>
        <p:spPr>
          <a:xfrm>
            <a:off x="4620300" y="40808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07" name="Photo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9"/>
          </p:nvPr>
        </p:nvSpPr>
        <p:spPr>
          <a:xfrm>
            <a:off x="6714126" y="3028476"/>
            <a:ext cx="736500" cy="736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19"/>
          <p:cNvSpPr txBox="1">
            <a:spLocks noGrp="1"/>
          </p:cNvSpPr>
          <p:nvPr>
            <p:ph type="body" idx="26"/>
          </p:nvPr>
        </p:nvSpPr>
        <p:spPr>
          <a:xfrm>
            <a:off x="6726000" y="38546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body" idx="27"/>
          </p:nvPr>
        </p:nvSpPr>
        <p:spPr>
          <a:xfrm>
            <a:off x="6726000" y="40808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1 Person feature slide - 6 person">
  <p:cSld name="CUSTOM_23_1_1_1_1_1_1_2_1_1_1_1_2_2_1_1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268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ubTitle" idx="1"/>
          </p:nvPr>
        </p:nvSpPr>
        <p:spPr>
          <a:xfrm>
            <a:off x="427950" y="756000"/>
            <a:ext cx="8268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26" name="Photo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424900" y="1306975"/>
            <a:ext cx="1147800" cy="11478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20"/>
          <p:cNvSpPr txBox="1">
            <a:spLocks noGrp="1"/>
          </p:cNvSpPr>
          <p:nvPr>
            <p:ph type="body" idx="3"/>
          </p:nvPr>
        </p:nvSpPr>
        <p:spPr>
          <a:xfrm>
            <a:off x="1677475" y="1429975"/>
            <a:ext cx="12576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32" name="Photo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6"/>
          </p:nvPr>
        </p:nvSpPr>
        <p:spPr>
          <a:xfrm>
            <a:off x="3255275" y="1306975"/>
            <a:ext cx="1147800" cy="11478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3" name="Google Shape;133;p20"/>
          <p:cNvSpPr txBox="1">
            <a:spLocks noGrp="1"/>
          </p:cNvSpPr>
          <p:nvPr>
            <p:ph type="body" idx="7"/>
          </p:nvPr>
        </p:nvSpPr>
        <p:spPr>
          <a:xfrm>
            <a:off x="4507850" y="1429975"/>
            <a:ext cx="12576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36" name="Photo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085650" y="1306975"/>
            <a:ext cx="1147800" cy="11478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20"/>
          <p:cNvSpPr txBox="1">
            <a:spLocks noGrp="1"/>
          </p:cNvSpPr>
          <p:nvPr>
            <p:ph type="body" idx="14"/>
          </p:nvPr>
        </p:nvSpPr>
        <p:spPr>
          <a:xfrm>
            <a:off x="7338225" y="1429975"/>
            <a:ext cx="12576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30" name="Photo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424900" y="2791850"/>
            <a:ext cx="1147800" cy="11478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20"/>
          <p:cNvSpPr txBox="1">
            <a:spLocks noGrp="1"/>
          </p:cNvSpPr>
          <p:nvPr>
            <p:ph type="body" idx="5"/>
          </p:nvPr>
        </p:nvSpPr>
        <p:spPr>
          <a:xfrm>
            <a:off x="1677475" y="2914850"/>
            <a:ext cx="12576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34" name="Photo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8"/>
          </p:nvPr>
        </p:nvSpPr>
        <p:spPr>
          <a:xfrm>
            <a:off x="3255275" y="2791850"/>
            <a:ext cx="1147800" cy="11478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20"/>
          <p:cNvSpPr txBox="1">
            <a:spLocks noGrp="1"/>
          </p:cNvSpPr>
          <p:nvPr>
            <p:ph type="body" idx="9"/>
          </p:nvPr>
        </p:nvSpPr>
        <p:spPr>
          <a:xfrm>
            <a:off x="4507850" y="2914850"/>
            <a:ext cx="12576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38" name="Photo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085650" y="2778598"/>
            <a:ext cx="1147800" cy="11478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20"/>
          <p:cNvSpPr txBox="1">
            <a:spLocks noGrp="1"/>
          </p:cNvSpPr>
          <p:nvPr>
            <p:ph type="body" idx="16"/>
          </p:nvPr>
        </p:nvSpPr>
        <p:spPr>
          <a:xfrm>
            <a:off x="7338225" y="2914850"/>
            <a:ext cx="12576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1 Person feature slide - 9 person">
  <p:cSld name="CUSTOM_23_1_1_1_1_1_1_2_1_1_1_1_2_2_1_2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268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subTitle" idx="1"/>
          </p:nvPr>
        </p:nvSpPr>
        <p:spPr>
          <a:xfrm>
            <a:off x="427950" y="756000"/>
            <a:ext cx="8268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41" name="Photo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424900" y="1197250"/>
            <a:ext cx="952500" cy="952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21"/>
          <p:cNvSpPr txBox="1">
            <a:spLocks noGrp="1"/>
          </p:cNvSpPr>
          <p:nvPr>
            <p:ph type="body" idx="3"/>
          </p:nvPr>
        </p:nvSpPr>
        <p:spPr>
          <a:xfrm>
            <a:off x="1572775" y="122260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49" name="Photo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8"/>
          </p:nvPr>
        </p:nvSpPr>
        <p:spPr>
          <a:xfrm>
            <a:off x="3271187" y="1197250"/>
            <a:ext cx="952500" cy="952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21"/>
          <p:cNvSpPr txBox="1">
            <a:spLocks noGrp="1"/>
          </p:cNvSpPr>
          <p:nvPr>
            <p:ph type="body" idx="9"/>
          </p:nvPr>
        </p:nvSpPr>
        <p:spPr>
          <a:xfrm>
            <a:off x="4419063" y="122260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55" name="Photo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17487" y="1197250"/>
            <a:ext cx="952500" cy="952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21"/>
          <p:cNvSpPr txBox="1">
            <a:spLocks noGrp="1"/>
          </p:cNvSpPr>
          <p:nvPr>
            <p:ph type="body" idx="18"/>
          </p:nvPr>
        </p:nvSpPr>
        <p:spPr>
          <a:xfrm>
            <a:off x="7265363" y="122260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45" name="Photo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424900" y="2377100"/>
            <a:ext cx="952500" cy="952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21"/>
          <p:cNvSpPr txBox="1">
            <a:spLocks noGrp="1"/>
          </p:cNvSpPr>
          <p:nvPr>
            <p:ph type="body" idx="5"/>
          </p:nvPr>
        </p:nvSpPr>
        <p:spPr>
          <a:xfrm>
            <a:off x="1572775" y="240245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51" name="Photo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271187" y="2377100"/>
            <a:ext cx="952500" cy="952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1"/>
          <p:cNvSpPr txBox="1">
            <a:spLocks noGrp="1"/>
          </p:cNvSpPr>
          <p:nvPr>
            <p:ph type="body" idx="14"/>
          </p:nvPr>
        </p:nvSpPr>
        <p:spPr>
          <a:xfrm>
            <a:off x="4419063" y="240245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57" name="Photo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6117487" y="2377100"/>
            <a:ext cx="952500" cy="952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21"/>
          <p:cNvSpPr txBox="1">
            <a:spLocks noGrp="1"/>
          </p:cNvSpPr>
          <p:nvPr>
            <p:ph type="body" idx="20"/>
          </p:nvPr>
        </p:nvSpPr>
        <p:spPr>
          <a:xfrm>
            <a:off x="7265363" y="240245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47" name="Photo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6"/>
          </p:nvPr>
        </p:nvSpPr>
        <p:spPr>
          <a:xfrm>
            <a:off x="424900" y="3556950"/>
            <a:ext cx="952500" cy="952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21"/>
          <p:cNvSpPr txBox="1">
            <a:spLocks noGrp="1"/>
          </p:cNvSpPr>
          <p:nvPr>
            <p:ph type="body" idx="7"/>
          </p:nvPr>
        </p:nvSpPr>
        <p:spPr>
          <a:xfrm>
            <a:off x="1572775" y="358230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53" name="Photo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3271187" y="3556950"/>
            <a:ext cx="952500" cy="952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21"/>
          <p:cNvSpPr txBox="1">
            <a:spLocks noGrp="1"/>
          </p:cNvSpPr>
          <p:nvPr>
            <p:ph type="body" idx="16"/>
          </p:nvPr>
        </p:nvSpPr>
        <p:spPr>
          <a:xfrm>
            <a:off x="4419063" y="358230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59" name="Photo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117487" y="3556950"/>
            <a:ext cx="952500" cy="952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21"/>
          <p:cNvSpPr txBox="1">
            <a:spLocks noGrp="1"/>
          </p:cNvSpPr>
          <p:nvPr>
            <p:ph type="body" idx="22"/>
          </p:nvPr>
        </p:nvSpPr>
        <p:spPr>
          <a:xfrm>
            <a:off x="7265363" y="358230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2 Person feature slide - 2 person">
  <p:cSld name="CUSTOM_22_1_1_1_1_1_1_1_1_1_1_1_1_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>
            <a:spLocks noGrp="1"/>
          </p:cNvSpPr>
          <p:nvPr>
            <p:ph type="title"/>
          </p:nvPr>
        </p:nvSpPr>
        <p:spPr>
          <a:xfrm>
            <a:off x="419750" y="315325"/>
            <a:ext cx="8276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u="none" strike="noStrike" cap="non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22"/>
          <p:cNvSpPr txBox="1">
            <a:spLocks noGrp="1"/>
          </p:cNvSpPr>
          <p:nvPr>
            <p:ph type="subTitle" idx="5"/>
          </p:nvPr>
        </p:nvSpPr>
        <p:spPr>
          <a:xfrm>
            <a:off x="420625" y="890400"/>
            <a:ext cx="2418900" cy="167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163" name="Google Shape;163;p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3355850" y="888077"/>
            <a:ext cx="2627100" cy="3003300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22"/>
          <p:cNvSpPr txBox="1">
            <a:spLocks noGrp="1"/>
          </p:cNvSpPr>
          <p:nvPr>
            <p:ph type="body" idx="1"/>
          </p:nvPr>
        </p:nvSpPr>
        <p:spPr>
          <a:xfrm>
            <a:off x="3355800" y="4050675"/>
            <a:ext cx="2627100" cy="77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  <p:sp>
        <p:nvSpPr>
          <p:cNvPr id="164" name="Google Shape;164;p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6178675" y="888024"/>
            <a:ext cx="2627100" cy="3003300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22"/>
          <p:cNvSpPr txBox="1">
            <a:spLocks noGrp="1"/>
          </p:cNvSpPr>
          <p:nvPr>
            <p:ph type="body" idx="4"/>
          </p:nvPr>
        </p:nvSpPr>
        <p:spPr>
          <a:xfrm>
            <a:off x="6208408" y="4050675"/>
            <a:ext cx="2597400" cy="77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2 Person feature slide - 3 person">
  <p:cSld name="CUSTOM_23_1_1_1_1_1_1_1_1_1_1_1_1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>
            <a:spLocks noGrp="1"/>
          </p:cNvSpPr>
          <p:nvPr>
            <p:ph type="title"/>
          </p:nvPr>
        </p:nvSpPr>
        <p:spPr>
          <a:xfrm>
            <a:off x="419750" y="315325"/>
            <a:ext cx="8276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u="none" strike="noStrike" cap="non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6" name="Google Shape;176;p23"/>
          <p:cNvSpPr txBox="1">
            <a:spLocks noGrp="1"/>
          </p:cNvSpPr>
          <p:nvPr>
            <p:ph type="subTitle" idx="7"/>
          </p:nvPr>
        </p:nvSpPr>
        <p:spPr>
          <a:xfrm>
            <a:off x="420625" y="890400"/>
            <a:ext cx="2418900" cy="167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170" name="Google Shape;170;p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3355850" y="890401"/>
            <a:ext cx="1730700" cy="23559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23"/>
          <p:cNvSpPr txBox="1">
            <a:spLocks noGrp="1"/>
          </p:cNvSpPr>
          <p:nvPr>
            <p:ph type="body" idx="1"/>
          </p:nvPr>
        </p:nvSpPr>
        <p:spPr>
          <a:xfrm>
            <a:off x="3355800" y="3488427"/>
            <a:ext cx="1730700" cy="133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  <p:sp>
        <p:nvSpPr>
          <p:cNvPr id="171" name="Google Shape;171;p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5215455" y="890360"/>
            <a:ext cx="1730700" cy="23559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23"/>
          <p:cNvSpPr txBox="1">
            <a:spLocks noGrp="1"/>
          </p:cNvSpPr>
          <p:nvPr>
            <p:ph type="body" idx="5"/>
          </p:nvPr>
        </p:nvSpPr>
        <p:spPr>
          <a:xfrm>
            <a:off x="5256575" y="3488427"/>
            <a:ext cx="1730700" cy="133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  <p:sp>
        <p:nvSpPr>
          <p:cNvPr id="172" name="Google Shape;172;p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7075073" y="890387"/>
            <a:ext cx="1730700" cy="23559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23"/>
          <p:cNvSpPr txBox="1">
            <a:spLocks noGrp="1"/>
          </p:cNvSpPr>
          <p:nvPr>
            <p:ph type="body" idx="6"/>
          </p:nvPr>
        </p:nvSpPr>
        <p:spPr>
          <a:xfrm>
            <a:off x="7099075" y="3488427"/>
            <a:ext cx="1730700" cy="133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2 Person feature slide - 4 person">
  <p:cSld name="CUSTOM_22_1_1_1_1_1_1_1_1_1_1_1_2_2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>
            <a:spLocks noGrp="1"/>
          </p:cNvSpPr>
          <p:nvPr>
            <p:ph type="title"/>
          </p:nvPr>
        </p:nvSpPr>
        <p:spPr>
          <a:xfrm>
            <a:off x="419750" y="315325"/>
            <a:ext cx="8276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u="none" strike="noStrike" cap="non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24"/>
          <p:cNvSpPr txBox="1">
            <a:spLocks noGrp="1"/>
          </p:cNvSpPr>
          <p:nvPr>
            <p:ph type="subTitle" idx="9"/>
          </p:nvPr>
        </p:nvSpPr>
        <p:spPr>
          <a:xfrm>
            <a:off x="420625" y="890400"/>
            <a:ext cx="2414100" cy="167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179" name="Google Shape;179;p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3355850" y="895435"/>
            <a:ext cx="1290300" cy="1666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4"/>
          <p:cNvSpPr txBox="1">
            <a:spLocks noGrp="1"/>
          </p:cNvSpPr>
          <p:nvPr>
            <p:ph type="body" idx="1"/>
          </p:nvPr>
        </p:nvSpPr>
        <p:spPr>
          <a:xfrm>
            <a:off x="3355850" y="2761875"/>
            <a:ext cx="1278000" cy="206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  <p:sp>
        <p:nvSpPr>
          <p:cNvPr id="180" name="Google Shape;180;p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4747126" y="895435"/>
            <a:ext cx="1290300" cy="16665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24"/>
          <p:cNvSpPr txBox="1">
            <a:spLocks noGrp="1"/>
          </p:cNvSpPr>
          <p:nvPr>
            <p:ph type="body" idx="6"/>
          </p:nvPr>
        </p:nvSpPr>
        <p:spPr>
          <a:xfrm>
            <a:off x="4759429" y="2761875"/>
            <a:ext cx="1278000" cy="206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  <p:sp>
        <p:nvSpPr>
          <p:cNvPr id="181" name="Google Shape;181;p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6131302" y="895435"/>
            <a:ext cx="1290300" cy="16665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24"/>
          <p:cNvSpPr txBox="1">
            <a:spLocks noGrp="1"/>
          </p:cNvSpPr>
          <p:nvPr>
            <p:ph type="body" idx="7"/>
          </p:nvPr>
        </p:nvSpPr>
        <p:spPr>
          <a:xfrm>
            <a:off x="6131296" y="2761875"/>
            <a:ext cx="1278000" cy="206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  <p:sp>
        <p:nvSpPr>
          <p:cNvPr id="182" name="Google Shape;182;p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5"/>
          </p:nvPr>
        </p:nvSpPr>
        <p:spPr>
          <a:xfrm>
            <a:off x="7515479" y="895435"/>
            <a:ext cx="1290300" cy="1666500"/>
          </a:xfrm>
          <a:prstGeom prst="rect">
            <a:avLst/>
          </a:prstGeom>
          <a:noFill/>
          <a:ln>
            <a:noFill/>
          </a:ln>
        </p:spPr>
      </p:sp>
      <p:sp>
        <p:nvSpPr>
          <p:cNvPr id="186" name="Google Shape;186;p24"/>
          <p:cNvSpPr txBox="1">
            <a:spLocks noGrp="1"/>
          </p:cNvSpPr>
          <p:nvPr>
            <p:ph type="body" idx="8"/>
          </p:nvPr>
        </p:nvSpPr>
        <p:spPr>
          <a:xfrm>
            <a:off x="7534875" y="2761875"/>
            <a:ext cx="1278000" cy="206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Section intro slide options →">
  <p:cSld name="CUSTOM_20_1_1">
    <p:bg>
      <p:bgPr>
        <a:solidFill>
          <a:schemeClr val="accent5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/>
          <p:nvPr/>
        </p:nvSpPr>
        <p:spPr>
          <a:xfrm>
            <a:off x="2411725" y="1574245"/>
            <a:ext cx="6288300" cy="19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rgbClr val="191919"/>
                </a:highlight>
              </a:rPr>
              <a:t>Section intros and dividers</a:t>
            </a:r>
            <a:endParaRPr sz="7200" b="1">
              <a:solidFill>
                <a:srgbClr val="FFFFFF"/>
              </a:solidFill>
              <a:highlight>
                <a:srgbClr val="191919"/>
              </a:highlight>
            </a:endParaRPr>
          </a:p>
        </p:txBody>
      </p:sp>
      <p:sp>
        <p:nvSpPr>
          <p:cNvPr id="190" name="Google Shape;190;p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1 Section intro slide - White">
  <p:cSld name="CUSTOM_19_1_1_2">
    <p:bg>
      <p:bgPr>
        <a:solidFill>
          <a:schemeClr val="lt1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>
            <a:spLocks noGrp="1"/>
          </p:cNvSpPr>
          <p:nvPr>
            <p:ph type="ctrTitle"/>
          </p:nvPr>
        </p:nvSpPr>
        <p:spPr>
          <a:xfrm>
            <a:off x="420625" y="994550"/>
            <a:ext cx="8275200" cy="2937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subTitle" idx="1"/>
          </p:nvPr>
        </p:nvSpPr>
        <p:spPr>
          <a:xfrm>
            <a:off x="420600" y="3931450"/>
            <a:ext cx="8275200" cy="244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1 Section intro slide - Gold">
  <p:cSld name="CUSTOM_20_1_2">
    <p:bg>
      <p:bgPr>
        <a:solidFill>
          <a:schemeClr val="accent1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>
            <a:spLocks noGrp="1"/>
          </p:cNvSpPr>
          <p:nvPr>
            <p:ph type="ctrTitle"/>
          </p:nvPr>
        </p:nvSpPr>
        <p:spPr>
          <a:xfrm>
            <a:off x="420625" y="994550"/>
            <a:ext cx="8275200" cy="2937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00" name="Google Shape;200;p28"/>
          <p:cNvSpPr txBox="1">
            <a:spLocks noGrp="1"/>
          </p:cNvSpPr>
          <p:nvPr>
            <p:ph type="subTitle" idx="1"/>
          </p:nvPr>
        </p:nvSpPr>
        <p:spPr>
          <a:xfrm>
            <a:off x="420600" y="3931450"/>
            <a:ext cx="8275200" cy="244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>
                <a:highlight>
                  <a:schemeClr val="l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1 Section intro slide - Maroon">
  <p:cSld name="CUSTOM_19_1_2">
    <p:bg>
      <p:bgPr>
        <a:solidFill>
          <a:schemeClr val="accent2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>
            <a:spLocks noGrp="1"/>
          </p:cNvSpPr>
          <p:nvPr>
            <p:ph type="ctrTitle"/>
          </p:nvPr>
        </p:nvSpPr>
        <p:spPr>
          <a:xfrm>
            <a:off x="420625" y="994550"/>
            <a:ext cx="8275200" cy="2937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03" name="Google Shape;203;p29"/>
          <p:cNvSpPr txBox="1">
            <a:spLocks noGrp="1"/>
          </p:cNvSpPr>
          <p:nvPr>
            <p:ph type="subTitle" idx="1"/>
          </p:nvPr>
        </p:nvSpPr>
        <p:spPr>
          <a:xfrm>
            <a:off x="420600" y="3931450"/>
            <a:ext cx="8275200" cy="244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>
                <a:highlight>
                  <a:schemeClr val="l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2 Section intro slide - Gold">
  <p:cSld name="CUSTOM_23_1_1_3_1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>
            <a:spLocks noGrp="1"/>
          </p:cNvSpPr>
          <p:nvPr>
            <p:ph type="title"/>
          </p:nvPr>
        </p:nvSpPr>
        <p:spPr>
          <a:xfrm>
            <a:off x="0" y="1816500"/>
            <a:ext cx="9144000" cy="15306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411475" tIns="182875" rIns="411475" bIns="18287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 b="1"/>
            </a:lvl2pPr>
            <a:lvl3pPr lvl="2"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3pPr>
            <a:lvl4pPr lvl="3"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4pPr>
            <a:lvl5pPr lvl="4"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5pPr>
            <a:lvl6pPr lvl="5"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6pPr>
            <a:lvl7pPr lvl="6"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7pPr>
            <a:lvl8pPr lvl="7"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8pPr>
            <a:lvl9pPr lvl="8">
              <a:spcBef>
                <a:spcPts val="800"/>
              </a:spcBef>
              <a:spcAft>
                <a:spcPts val="800"/>
              </a:spcAft>
              <a:buSzPts val="3200"/>
              <a:buNone/>
              <a:defRPr sz="32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2 Section intro slide - Black">
  <p:cSld name="CUSTOM_22_1_1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>
            <a:spLocks noGrp="1"/>
          </p:cNvSpPr>
          <p:nvPr>
            <p:ph type="title"/>
          </p:nvPr>
        </p:nvSpPr>
        <p:spPr>
          <a:xfrm>
            <a:off x="0" y="1816500"/>
            <a:ext cx="9144000" cy="1530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411475" tIns="182875" rIns="411475" bIns="18287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1">
                <a:solidFill>
                  <a:schemeClr val="accent1"/>
                </a:solidFill>
              </a:defRPr>
            </a:lvl2pPr>
            <a:lvl3pPr lvl="2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1">
                <a:solidFill>
                  <a:schemeClr val="accen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1">
                <a:solidFill>
                  <a:schemeClr val="accen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1">
                <a:solidFill>
                  <a:schemeClr val="accent1"/>
                </a:solidFill>
              </a:defRPr>
            </a:lvl5pPr>
            <a:lvl6pPr lvl="5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1">
                <a:solidFill>
                  <a:schemeClr val="accent1"/>
                </a:solidFill>
              </a:defRPr>
            </a:lvl6pPr>
            <a:lvl7pPr lvl="6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1">
                <a:solidFill>
                  <a:schemeClr val="accent1"/>
                </a:solidFill>
              </a:defRPr>
            </a:lvl7pPr>
            <a:lvl8pPr lvl="7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1">
                <a:solidFill>
                  <a:schemeClr val="accent1"/>
                </a:solidFill>
              </a:defRPr>
            </a:lvl8pPr>
            <a:lvl9pPr lvl="8" rtl="0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3200"/>
              <a:buNone/>
              <a:defRPr sz="32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2 Section intro slide - Maroon">
  <p:cSld name="CUSTOM_22_1_1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>
            <a:spLocks noGrp="1"/>
          </p:cNvSpPr>
          <p:nvPr>
            <p:ph type="title"/>
          </p:nvPr>
        </p:nvSpPr>
        <p:spPr>
          <a:xfrm>
            <a:off x="436325" y="1816550"/>
            <a:ext cx="8362800" cy="153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2pPr>
            <a:lvl3pPr lvl="2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5pPr>
            <a:lvl6pPr lvl="5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6pPr>
            <a:lvl7pPr lvl="6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7pPr>
            <a:lvl8pPr lvl="7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8pPr>
            <a:lvl9pPr lvl="8" rtl="0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0" y="1816500"/>
            <a:ext cx="9144000" cy="1530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411475" tIns="182875" rIns="411475" bIns="18287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200"/>
              <a:buNone/>
              <a:defRPr sz="32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2 Section intro slide - Photo">
  <p:cSld name="CUSTOM_22_1_1_1_2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100" y="-922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33"/>
          <p:cNvSpPr txBox="1">
            <a:spLocks noGrp="1"/>
          </p:cNvSpPr>
          <p:nvPr>
            <p:ph type="title"/>
          </p:nvPr>
        </p:nvSpPr>
        <p:spPr>
          <a:xfrm>
            <a:off x="436325" y="1816550"/>
            <a:ext cx="8362800" cy="153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0" y="1816500"/>
            <a:ext cx="9144000" cy="1530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411475" tIns="182875" rIns="411475" bIns="18287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 b="1"/>
            </a:lvl2pPr>
            <a:lvl3pPr lvl="2"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3pPr>
            <a:lvl4pPr lvl="3"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4pPr>
            <a:lvl5pPr lvl="4"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5pPr>
            <a:lvl6pPr lvl="5"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6pPr>
            <a:lvl7pPr lvl="6"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7pPr>
            <a:lvl8pPr lvl="7"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8pPr>
            <a:lvl9pPr lvl="8">
              <a:spcBef>
                <a:spcPts val="800"/>
              </a:spcBef>
              <a:spcAft>
                <a:spcPts val="800"/>
              </a:spcAft>
              <a:buSzPts val="3200"/>
              <a:buNone/>
              <a:defRPr sz="32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3 Section intro slide - White">
  <p:cSld name="CUSTOM_23_1_1_1_1_2_1_1_1_1_1_1_1_1_2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>
            <a:spLocks noGrp="1"/>
          </p:cNvSpPr>
          <p:nvPr>
            <p:ph type="title"/>
          </p:nvPr>
        </p:nvSpPr>
        <p:spPr>
          <a:xfrm>
            <a:off x="420625" y="1144075"/>
            <a:ext cx="2414100" cy="290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800"/>
              </a:spcBef>
              <a:spcAft>
                <a:spcPts val="80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218" name="Google Shape;218;p34"/>
          <p:cNvSpPr txBox="1">
            <a:spLocks noGrp="1"/>
          </p:cNvSpPr>
          <p:nvPr>
            <p:ph type="subTitle" idx="1"/>
          </p:nvPr>
        </p:nvSpPr>
        <p:spPr>
          <a:xfrm>
            <a:off x="420625" y="737450"/>
            <a:ext cx="2414100" cy="257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216" name="Google Shape;216;p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3255275" y="0"/>
            <a:ext cx="5889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3 Section intro slide - Black">
  <p:cSld name="CUSTOM_23_1_1_1_1_2_1_1_1_1_1_1_1_1_2_1_1">
    <p:bg>
      <p:bgPr>
        <a:solidFill>
          <a:schemeClr val="dk1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>
            <a:spLocks noGrp="1"/>
          </p:cNvSpPr>
          <p:nvPr>
            <p:ph type="title"/>
          </p:nvPr>
        </p:nvSpPr>
        <p:spPr>
          <a:xfrm>
            <a:off x="420625" y="1144075"/>
            <a:ext cx="2414100" cy="290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800"/>
              </a:spcBef>
              <a:spcAft>
                <a:spcPts val="80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221" name="Google Shape;221;p35"/>
          <p:cNvSpPr txBox="1">
            <a:spLocks noGrp="1"/>
          </p:cNvSpPr>
          <p:nvPr>
            <p:ph type="subTitle" idx="1"/>
          </p:nvPr>
        </p:nvSpPr>
        <p:spPr>
          <a:xfrm>
            <a:off x="420625" y="737450"/>
            <a:ext cx="2414100" cy="257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222" name="Google Shape;222;p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3255275" y="0"/>
            <a:ext cx="5889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3 Section intro slide - Gold">
  <p:cSld name="CUSTOM_23_1_1_1_1_2_1_1_1_1_1_1_1_1_2_1_1_1">
    <p:bg>
      <p:bgPr>
        <a:solidFill>
          <a:schemeClr val="accent1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6"/>
          <p:cNvSpPr txBox="1">
            <a:spLocks noGrp="1"/>
          </p:cNvSpPr>
          <p:nvPr>
            <p:ph type="title"/>
          </p:nvPr>
        </p:nvSpPr>
        <p:spPr>
          <a:xfrm>
            <a:off x="420625" y="1144075"/>
            <a:ext cx="2414100" cy="290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800"/>
              </a:spcBef>
              <a:spcAft>
                <a:spcPts val="80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225" name="Google Shape;225;p36"/>
          <p:cNvSpPr txBox="1">
            <a:spLocks noGrp="1"/>
          </p:cNvSpPr>
          <p:nvPr>
            <p:ph type="subTitle" idx="1"/>
          </p:nvPr>
        </p:nvSpPr>
        <p:spPr>
          <a:xfrm>
            <a:off x="420625" y="737450"/>
            <a:ext cx="2414100" cy="257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l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9pPr>
          </a:lstStyle>
          <a:p>
            <a:endParaRPr/>
          </a:p>
        </p:txBody>
      </p:sp>
      <p:sp>
        <p:nvSpPr>
          <p:cNvPr id="226" name="Google Shape;226;p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3255275" y="0"/>
            <a:ext cx="5889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3 Section intro slide - Maroon">
  <p:cSld name="CUSTOM_23_1_1_1_1_2_1_1_1_1_1_1_1_1_2_1_1_1_1">
    <p:bg>
      <p:bgPr>
        <a:solidFill>
          <a:schemeClr val="accent2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/>
          <p:cNvSpPr txBox="1">
            <a:spLocks noGrp="1"/>
          </p:cNvSpPr>
          <p:nvPr>
            <p:ph type="title"/>
          </p:nvPr>
        </p:nvSpPr>
        <p:spPr>
          <a:xfrm>
            <a:off x="420625" y="1144075"/>
            <a:ext cx="2414100" cy="290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800"/>
              </a:spcBef>
              <a:spcAft>
                <a:spcPts val="80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229" name="Google Shape;229;p37"/>
          <p:cNvSpPr txBox="1">
            <a:spLocks noGrp="1"/>
          </p:cNvSpPr>
          <p:nvPr>
            <p:ph type="subTitle" idx="1"/>
          </p:nvPr>
        </p:nvSpPr>
        <p:spPr>
          <a:xfrm>
            <a:off x="420625" y="737450"/>
            <a:ext cx="2414100" cy="257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l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9pPr>
          </a:lstStyle>
          <a:p>
            <a:endParaRPr/>
          </a:p>
        </p:txBody>
      </p:sp>
      <p:sp>
        <p:nvSpPr>
          <p:cNvPr id="230" name="Google Shape;230;p3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3255275" y="0"/>
            <a:ext cx="5889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4 Section intro slide">
  <p:cSld name="CUSTOM_23_1_1_2_1_1_1_1_1_1_1_1_2_1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9225" y="-922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38"/>
          <p:cNvSpPr txBox="1">
            <a:spLocks noGrp="1"/>
          </p:cNvSpPr>
          <p:nvPr>
            <p:ph type="title"/>
          </p:nvPr>
        </p:nvSpPr>
        <p:spPr>
          <a:xfrm>
            <a:off x="320175" y="320050"/>
            <a:ext cx="2514600" cy="8694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highlight>
                  <a:schemeClr val="accent1"/>
                </a:highlight>
              </a:defRPr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>
                <a:highlight>
                  <a:schemeClr val="accent1"/>
                </a:highlight>
              </a:defRPr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>
                <a:highlight>
                  <a:schemeClr val="accent1"/>
                </a:highlight>
              </a:defRPr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>
                <a:highlight>
                  <a:schemeClr val="accent1"/>
                </a:highlight>
              </a:defRPr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>
                <a:highlight>
                  <a:schemeClr val="accent1"/>
                </a:highlight>
              </a:defRPr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>
                <a:highlight>
                  <a:schemeClr val="accent1"/>
                </a:highlight>
              </a:defRPr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>
                <a:highlight>
                  <a:schemeClr val="accent1"/>
                </a:highlight>
              </a:defRPr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3200"/>
              <a:buNone/>
              <a:defRPr sz="3200"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234" name="Google Shape;234;p38"/>
          <p:cNvSpPr txBox="1">
            <a:spLocks noGrp="1"/>
          </p:cNvSpPr>
          <p:nvPr>
            <p:ph type="subTitle" idx="1"/>
          </p:nvPr>
        </p:nvSpPr>
        <p:spPr>
          <a:xfrm>
            <a:off x="320050" y="1189450"/>
            <a:ext cx="2514600" cy="12003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highlight>
                  <a:schemeClr val="dk1"/>
                </a:highlight>
              </a:defRPr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highlight>
                  <a:schemeClr val="dk1"/>
                </a:highlight>
              </a:defRPr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highlight>
                  <a:schemeClr val="dk1"/>
                </a:highlight>
              </a:defRPr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highlight>
                  <a:schemeClr val="dk1"/>
                </a:highlight>
              </a:defRPr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highlight>
                  <a:schemeClr val="dk1"/>
                </a:highlight>
              </a:defRPr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highlight>
                  <a:schemeClr val="dk1"/>
                </a:highlight>
              </a:defRPr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highlight>
                  <a:schemeClr val="dk1"/>
                </a:highlight>
              </a:defRPr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Title and text slide options →">
  <p:cSld name="CUSTOM_23_1_1_2">
    <p:bg>
      <p:bgPr>
        <a:solidFill>
          <a:schemeClr val="accent5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/>
        </p:nvSpPr>
        <p:spPr>
          <a:xfrm>
            <a:off x="2411725" y="1598453"/>
            <a:ext cx="6288300" cy="19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rgbClr val="191919"/>
                </a:highlight>
              </a:rPr>
              <a:t>Title and</a:t>
            </a:r>
            <a:br>
              <a:rPr lang="en" sz="7200" b="1">
                <a:solidFill>
                  <a:srgbClr val="FFFFFF"/>
                </a:solidFill>
                <a:highlight>
                  <a:srgbClr val="191919"/>
                </a:highlight>
              </a:rPr>
            </a:br>
            <a:r>
              <a:rPr lang="en" sz="7200" b="1">
                <a:solidFill>
                  <a:srgbClr val="FFFFFF"/>
                </a:solidFill>
                <a:highlight>
                  <a:srgbClr val="191919"/>
                </a:highlight>
              </a:rPr>
              <a:t>text slides</a:t>
            </a:r>
            <a:endParaRPr sz="7200" b="1">
              <a:solidFill>
                <a:srgbClr val="191919"/>
              </a:solidFill>
            </a:endParaRPr>
          </a:p>
        </p:txBody>
      </p:sp>
      <p:sp>
        <p:nvSpPr>
          <p:cNvPr id="237" name="Google Shape;237;p3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.0 Standard slide with subtitle">
  <p:cSld name="CUSTOM_22_1_1_1_1_1_2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1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16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41"/>
          <p:cNvSpPr txBox="1">
            <a:spLocks noGrp="1"/>
          </p:cNvSpPr>
          <p:nvPr>
            <p:ph type="subTitle" idx="2"/>
          </p:nvPr>
        </p:nvSpPr>
        <p:spPr>
          <a:xfrm>
            <a:off x="424450" y="756625"/>
            <a:ext cx="82716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41"/>
          <p:cNvSpPr txBox="1">
            <a:spLocks noGrp="1"/>
          </p:cNvSpPr>
          <p:nvPr>
            <p:ph type="body" idx="1"/>
          </p:nvPr>
        </p:nvSpPr>
        <p:spPr>
          <a:xfrm>
            <a:off x="420900" y="1125700"/>
            <a:ext cx="82716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1 Title and text slide - 1 column - White">
  <p:cSld name="CUSTOM_22_1_1_1_1_1_1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2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16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42"/>
          <p:cNvSpPr txBox="1">
            <a:spLocks noGrp="1"/>
          </p:cNvSpPr>
          <p:nvPr>
            <p:ph type="subTitle" idx="2"/>
          </p:nvPr>
        </p:nvSpPr>
        <p:spPr>
          <a:xfrm>
            <a:off x="424450" y="756625"/>
            <a:ext cx="82716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42"/>
          <p:cNvSpPr txBox="1">
            <a:spLocks noGrp="1"/>
          </p:cNvSpPr>
          <p:nvPr>
            <p:ph type="body" idx="1"/>
          </p:nvPr>
        </p:nvSpPr>
        <p:spPr>
          <a:xfrm>
            <a:off x="420900" y="1125700"/>
            <a:ext cx="82716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1 Title and text slide - 1 column - Black">
  <p:cSld name="CUSTOM_23_1_1_1_1_3">
    <p:bg>
      <p:bgPr>
        <a:solidFill>
          <a:schemeClr val="dk1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3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43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l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43"/>
          <p:cNvSpPr txBox="1">
            <a:spLocks noGrp="1"/>
          </p:cNvSpPr>
          <p:nvPr>
            <p:ph type="body" idx="2"/>
          </p:nvPr>
        </p:nvSpPr>
        <p:spPr>
          <a:xfrm>
            <a:off x="420900" y="1125700"/>
            <a:ext cx="8275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1 Title and text slide - 2 column - White">
  <p:cSld name="CUSTOM_22_1_1_1_1_1_1_3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4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44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44"/>
          <p:cNvSpPr txBox="1">
            <a:spLocks noGrp="1"/>
          </p:cNvSpPr>
          <p:nvPr>
            <p:ph type="body" idx="2"/>
          </p:nvPr>
        </p:nvSpPr>
        <p:spPr>
          <a:xfrm>
            <a:off x="420900" y="1125700"/>
            <a:ext cx="41055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57" name="Google Shape;257;p44"/>
          <p:cNvSpPr txBox="1">
            <a:spLocks noGrp="1"/>
          </p:cNvSpPr>
          <p:nvPr>
            <p:ph type="body" idx="3"/>
          </p:nvPr>
        </p:nvSpPr>
        <p:spPr>
          <a:xfrm>
            <a:off x="4617725" y="1125700"/>
            <a:ext cx="4078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1 Title and text slide - 2 column - Black">
  <p:cSld name="CUSTOM_22_1_1_1_1_1_1_3_1">
    <p:bg>
      <p:bgPr>
        <a:solidFill>
          <a:schemeClr val="dk1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5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45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l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45"/>
          <p:cNvSpPr txBox="1">
            <a:spLocks noGrp="1"/>
          </p:cNvSpPr>
          <p:nvPr>
            <p:ph type="body" idx="2"/>
          </p:nvPr>
        </p:nvSpPr>
        <p:spPr>
          <a:xfrm>
            <a:off x="420900" y="1125700"/>
            <a:ext cx="41055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2" name="Google Shape;262;p45"/>
          <p:cNvSpPr txBox="1">
            <a:spLocks noGrp="1"/>
          </p:cNvSpPr>
          <p:nvPr>
            <p:ph type="body" idx="3"/>
          </p:nvPr>
        </p:nvSpPr>
        <p:spPr>
          <a:xfrm>
            <a:off x="4617725" y="1125700"/>
            <a:ext cx="4078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302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02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02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02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02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02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02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0200" rtl="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1 Title and text slide - 3 column - White">
  <p:cSld name="CUSTOM_22_1_1_1_1_1_1_3_2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6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46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46"/>
          <p:cNvSpPr txBox="1">
            <a:spLocks noGrp="1"/>
          </p:cNvSpPr>
          <p:nvPr>
            <p:ph type="body" idx="2"/>
          </p:nvPr>
        </p:nvSpPr>
        <p:spPr>
          <a:xfrm>
            <a:off x="420900" y="1125700"/>
            <a:ext cx="2725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67" name="Google Shape;267;p46"/>
          <p:cNvSpPr txBox="1">
            <a:spLocks noGrp="1"/>
          </p:cNvSpPr>
          <p:nvPr>
            <p:ph type="body" idx="3"/>
          </p:nvPr>
        </p:nvSpPr>
        <p:spPr>
          <a:xfrm>
            <a:off x="3206742" y="1125700"/>
            <a:ext cx="2707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68" name="Google Shape;268;p46"/>
          <p:cNvSpPr txBox="1">
            <a:spLocks noGrp="1"/>
          </p:cNvSpPr>
          <p:nvPr>
            <p:ph type="body" idx="4"/>
          </p:nvPr>
        </p:nvSpPr>
        <p:spPr>
          <a:xfrm>
            <a:off x="5989000" y="1125700"/>
            <a:ext cx="2707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1 Title and text slide - 3 column - Black">
  <p:cSld name="CUSTOM_22_1_1_1_1_1_1_3_2_1">
    <p:bg>
      <p:bgPr>
        <a:solidFill>
          <a:schemeClr val="dk1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7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47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l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47"/>
          <p:cNvSpPr txBox="1">
            <a:spLocks noGrp="1"/>
          </p:cNvSpPr>
          <p:nvPr>
            <p:ph type="body" idx="2"/>
          </p:nvPr>
        </p:nvSpPr>
        <p:spPr>
          <a:xfrm>
            <a:off x="420900" y="1125700"/>
            <a:ext cx="2725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3" name="Google Shape;273;p47"/>
          <p:cNvSpPr txBox="1">
            <a:spLocks noGrp="1"/>
          </p:cNvSpPr>
          <p:nvPr>
            <p:ph type="body" idx="3"/>
          </p:nvPr>
        </p:nvSpPr>
        <p:spPr>
          <a:xfrm>
            <a:off x="3206742" y="1125700"/>
            <a:ext cx="2707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4" name="Google Shape;274;p47"/>
          <p:cNvSpPr txBox="1">
            <a:spLocks noGrp="1"/>
          </p:cNvSpPr>
          <p:nvPr>
            <p:ph type="body" idx="4"/>
          </p:nvPr>
        </p:nvSpPr>
        <p:spPr>
          <a:xfrm>
            <a:off x="5989000" y="1125700"/>
            <a:ext cx="2707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1 Title and text slide - 4 column - White">
  <p:cSld name="CUSTOM_22_1_1_1_1_1_1_3_2_2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8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48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48"/>
          <p:cNvSpPr txBox="1">
            <a:spLocks noGrp="1"/>
          </p:cNvSpPr>
          <p:nvPr>
            <p:ph type="body" idx="2"/>
          </p:nvPr>
        </p:nvSpPr>
        <p:spPr>
          <a:xfrm>
            <a:off x="420900" y="1125700"/>
            <a:ext cx="1993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79" name="Google Shape;279;p48"/>
          <p:cNvSpPr txBox="1">
            <a:spLocks noGrp="1"/>
          </p:cNvSpPr>
          <p:nvPr>
            <p:ph type="body" idx="3"/>
          </p:nvPr>
        </p:nvSpPr>
        <p:spPr>
          <a:xfrm>
            <a:off x="2514600" y="1125700"/>
            <a:ext cx="20118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80" name="Google Shape;280;p48"/>
          <p:cNvSpPr txBox="1">
            <a:spLocks noGrp="1"/>
          </p:cNvSpPr>
          <p:nvPr>
            <p:ph type="body" idx="4"/>
          </p:nvPr>
        </p:nvSpPr>
        <p:spPr>
          <a:xfrm>
            <a:off x="4620525" y="1125700"/>
            <a:ext cx="1993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81" name="Google Shape;281;p48"/>
          <p:cNvSpPr txBox="1">
            <a:spLocks noGrp="1"/>
          </p:cNvSpPr>
          <p:nvPr>
            <p:ph type="body" idx="5"/>
          </p:nvPr>
        </p:nvSpPr>
        <p:spPr>
          <a:xfrm>
            <a:off x="6711700" y="1125700"/>
            <a:ext cx="1984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1 Title and text slide - 4 column - Black">
  <p:cSld name="CUSTOM_22_1_1_1_1_1_1_3_2_2_1">
    <p:bg>
      <p:bgPr>
        <a:solidFill>
          <a:schemeClr val="dk1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9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49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l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49"/>
          <p:cNvSpPr txBox="1">
            <a:spLocks noGrp="1"/>
          </p:cNvSpPr>
          <p:nvPr>
            <p:ph type="body" idx="2"/>
          </p:nvPr>
        </p:nvSpPr>
        <p:spPr>
          <a:xfrm>
            <a:off x="420900" y="1125700"/>
            <a:ext cx="1993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6" name="Google Shape;286;p49"/>
          <p:cNvSpPr txBox="1">
            <a:spLocks noGrp="1"/>
          </p:cNvSpPr>
          <p:nvPr>
            <p:ph type="body" idx="3"/>
          </p:nvPr>
        </p:nvSpPr>
        <p:spPr>
          <a:xfrm>
            <a:off x="2514600" y="1125700"/>
            <a:ext cx="20118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7" name="Google Shape;287;p49"/>
          <p:cNvSpPr txBox="1">
            <a:spLocks noGrp="1"/>
          </p:cNvSpPr>
          <p:nvPr>
            <p:ph type="body" idx="4"/>
          </p:nvPr>
        </p:nvSpPr>
        <p:spPr>
          <a:xfrm>
            <a:off x="4620525" y="1125700"/>
            <a:ext cx="1993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8" name="Google Shape;288;p49"/>
          <p:cNvSpPr txBox="1">
            <a:spLocks noGrp="1"/>
          </p:cNvSpPr>
          <p:nvPr>
            <p:ph type="body" idx="5"/>
          </p:nvPr>
        </p:nvSpPr>
        <p:spPr>
          <a:xfrm>
            <a:off x="6711700" y="1125700"/>
            <a:ext cx="1984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2 Title and text slide - 2 column">
  <p:cSld name="CUSTOM_23_1_1_1_1_2_1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0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50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50"/>
          <p:cNvSpPr txBox="1">
            <a:spLocks noGrp="1"/>
          </p:cNvSpPr>
          <p:nvPr>
            <p:ph type="body" idx="2"/>
          </p:nvPr>
        </p:nvSpPr>
        <p:spPr>
          <a:xfrm>
            <a:off x="420900" y="1125700"/>
            <a:ext cx="40314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94" name="Google Shape;294;p50"/>
          <p:cNvSpPr txBox="1">
            <a:spLocks noGrp="1"/>
          </p:cNvSpPr>
          <p:nvPr>
            <p:ph type="body" idx="3"/>
          </p:nvPr>
        </p:nvSpPr>
        <p:spPr>
          <a:xfrm>
            <a:off x="4664550" y="1125700"/>
            <a:ext cx="40314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cxnSp>
        <p:nvCxnSpPr>
          <p:cNvPr id="290" name="Google Shape;290;p5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572456" y="1245696"/>
            <a:ext cx="0" cy="29454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2 Title and text slide - 3 column">
  <p:cSld name="CUSTOM_22_1_1_1_1_1_1_2_2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51"/>
          <p:cNvSpPr txBox="1">
            <a:spLocks noGrp="1"/>
          </p:cNvSpPr>
          <p:nvPr>
            <p:ph type="subTitle" idx="4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51"/>
          <p:cNvSpPr txBox="1">
            <a:spLocks noGrp="1"/>
          </p:cNvSpPr>
          <p:nvPr>
            <p:ph type="body" idx="1"/>
          </p:nvPr>
        </p:nvSpPr>
        <p:spPr>
          <a:xfrm>
            <a:off x="420900" y="1125700"/>
            <a:ext cx="24138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97" name="Google Shape;297;p51"/>
          <p:cNvSpPr txBox="1">
            <a:spLocks noGrp="1"/>
          </p:cNvSpPr>
          <p:nvPr>
            <p:ph type="body" idx="2"/>
          </p:nvPr>
        </p:nvSpPr>
        <p:spPr>
          <a:xfrm>
            <a:off x="3352900" y="1125700"/>
            <a:ext cx="24138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98" name="Google Shape;298;p51"/>
          <p:cNvSpPr txBox="1">
            <a:spLocks noGrp="1"/>
          </p:cNvSpPr>
          <p:nvPr>
            <p:ph type="body" idx="3"/>
          </p:nvPr>
        </p:nvSpPr>
        <p:spPr>
          <a:xfrm>
            <a:off x="6284900" y="1125700"/>
            <a:ext cx="24138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cxnSp>
        <p:nvCxnSpPr>
          <p:cNvPr id="300" name="Google Shape;300;p5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093809" y="1189525"/>
            <a:ext cx="0" cy="2986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2" name="Google Shape;302;p5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39142" y="1189525"/>
            <a:ext cx="0" cy="2986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2 Title and text slide - 4 column">
  <p:cSld name="CUSTOM_23_1_1_1_1_1_1_1_1_3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2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52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52"/>
          <p:cNvSpPr txBox="1">
            <a:spLocks noGrp="1"/>
          </p:cNvSpPr>
          <p:nvPr>
            <p:ph type="body" idx="2"/>
          </p:nvPr>
        </p:nvSpPr>
        <p:spPr>
          <a:xfrm>
            <a:off x="420900" y="1125700"/>
            <a:ext cx="19008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2" name="Google Shape;312;p52"/>
          <p:cNvSpPr txBox="1">
            <a:spLocks noGrp="1"/>
          </p:cNvSpPr>
          <p:nvPr>
            <p:ph type="body" idx="5"/>
          </p:nvPr>
        </p:nvSpPr>
        <p:spPr>
          <a:xfrm>
            <a:off x="2568925" y="1125700"/>
            <a:ext cx="19008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1" name="Google Shape;311;p52"/>
          <p:cNvSpPr txBox="1">
            <a:spLocks noGrp="1"/>
          </p:cNvSpPr>
          <p:nvPr>
            <p:ph type="body" idx="4"/>
          </p:nvPr>
        </p:nvSpPr>
        <p:spPr>
          <a:xfrm>
            <a:off x="4664813" y="1125700"/>
            <a:ext cx="19008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0" name="Google Shape;310;p52"/>
          <p:cNvSpPr txBox="1">
            <a:spLocks noGrp="1"/>
          </p:cNvSpPr>
          <p:nvPr>
            <p:ph type="body" idx="3"/>
          </p:nvPr>
        </p:nvSpPr>
        <p:spPr>
          <a:xfrm>
            <a:off x="6798850" y="1125700"/>
            <a:ext cx="19008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cxnSp>
        <p:nvCxnSpPr>
          <p:cNvPr id="306" name="Google Shape;306;p5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466663" y="1189525"/>
            <a:ext cx="0" cy="2986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5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571988" y="1189525"/>
            <a:ext cx="0" cy="2986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" name="Google Shape;309;p5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658413" y="1189525"/>
            <a:ext cx="0" cy="2986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2 Title and text slide - 4 text areas">
  <p:cSld name="CUSTOM_23_1_1_1_1_1_1_2_2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3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53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53"/>
          <p:cNvSpPr txBox="1">
            <a:spLocks noGrp="1"/>
          </p:cNvSpPr>
          <p:nvPr>
            <p:ph type="body" idx="3"/>
          </p:nvPr>
        </p:nvSpPr>
        <p:spPr>
          <a:xfrm>
            <a:off x="420625" y="1125700"/>
            <a:ext cx="4002600" cy="144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17" name="Google Shape;317;p53"/>
          <p:cNvSpPr txBox="1">
            <a:spLocks noGrp="1"/>
          </p:cNvSpPr>
          <p:nvPr>
            <p:ph type="body" idx="2"/>
          </p:nvPr>
        </p:nvSpPr>
        <p:spPr>
          <a:xfrm>
            <a:off x="4693400" y="1125700"/>
            <a:ext cx="4002600" cy="144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21" name="Google Shape;321;p53"/>
          <p:cNvSpPr txBox="1">
            <a:spLocks noGrp="1"/>
          </p:cNvSpPr>
          <p:nvPr>
            <p:ph type="body" idx="5"/>
          </p:nvPr>
        </p:nvSpPr>
        <p:spPr>
          <a:xfrm>
            <a:off x="420625" y="2732450"/>
            <a:ext cx="4002600" cy="144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20" name="Google Shape;320;p53"/>
          <p:cNvSpPr txBox="1">
            <a:spLocks noGrp="1"/>
          </p:cNvSpPr>
          <p:nvPr>
            <p:ph type="body" idx="4"/>
          </p:nvPr>
        </p:nvSpPr>
        <p:spPr>
          <a:xfrm>
            <a:off x="4693400" y="2732450"/>
            <a:ext cx="4002600" cy="144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cxnSp>
        <p:nvCxnSpPr>
          <p:cNvPr id="314" name="Google Shape;314;p5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572456" y="1112895"/>
            <a:ext cx="0" cy="14526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9" name="Google Shape;319;p5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572456" y="2719645"/>
            <a:ext cx="0" cy="14526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1 column - Gray">
  <p:cSld name="CUSTOM_23_1_1_1_1_1_1_2_1_1_1_1_1_1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54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25" name="Google Shape;325;p54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54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8272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1 column - Gold">
  <p:cSld name="CUSTOM_23_1_1_1_1_1_1_2_1_1_1_1_1_1_5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55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0" name="Google Shape;330;p55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55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8272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1 column - Black">
  <p:cSld name="CUSTOM_23_1_1_1_1_1_1_2_1_1_1_1_1_1_2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56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5" name="Google Shape;335;p56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56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8272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1 column - Maroon">
  <p:cSld name="CUSTOM_23_1_1_1_1_1_1_2_1_1_1_1_1_1_2_1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57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0" name="Google Shape;340;p57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41" name="Google Shape;341;p57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8272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2 column - Gray">
  <p:cSld name="CUSTOM_23_1_1_1_1_1_1_2_1_1_1_1_1_1_4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58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5" name="Google Shape;345;p58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58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41031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47" name="Google Shape;347;p58"/>
          <p:cNvSpPr txBox="1">
            <a:spLocks noGrp="1"/>
          </p:cNvSpPr>
          <p:nvPr>
            <p:ph type="body" idx="3"/>
          </p:nvPr>
        </p:nvSpPr>
        <p:spPr>
          <a:xfrm>
            <a:off x="4617725" y="1761025"/>
            <a:ext cx="40782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2 column - Gold">
  <p:cSld name="CUSTOM_23_1_1_1_1_1_1_2_1_1_1_1_1_1_4_1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59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1" name="Google Shape;351;p59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59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41031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53" name="Google Shape;353;p59"/>
          <p:cNvSpPr txBox="1">
            <a:spLocks noGrp="1"/>
          </p:cNvSpPr>
          <p:nvPr>
            <p:ph type="body" idx="3"/>
          </p:nvPr>
        </p:nvSpPr>
        <p:spPr>
          <a:xfrm>
            <a:off x="4617725" y="1761025"/>
            <a:ext cx="40782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2 column - Black">
  <p:cSld name="CUSTOM_23_1_1_1_1_1_1_2_1_1_1_1_1_1_2_4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60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7" name="Google Shape;357;p60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60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41031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59" name="Google Shape;359;p60"/>
          <p:cNvSpPr txBox="1">
            <a:spLocks noGrp="1"/>
          </p:cNvSpPr>
          <p:nvPr>
            <p:ph type="body" idx="3"/>
          </p:nvPr>
        </p:nvSpPr>
        <p:spPr>
          <a:xfrm>
            <a:off x="4617725" y="1761025"/>
            <a:ext cx="40782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2 column - Maroon">
  <p:cSld name="CUSTOM_23_1_1_1_1_1_1_2_1_1_1_1_1_1_2_1_3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6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61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3" name="Google Shape;363;p61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61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41031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65" name="Google Shape;365;p61"/>
          <p:cNvSpPr txBox="1">
            <a:spLocks noGrp="1"/>
          </p:cNvSpPr>
          <p:nvPr>
            <p:ph type="body" idx="3"/>
          </p:nvPr>
        </p:nvSpPr>
        <p:spPr>
          <a:xfrm>
            <a:off x="4617725" y="1761025"/>
            <a:ext cx="40782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3 column - Gray">
  <p:cSld name="CUSTOM_23_1_1_1_1_1_1_2_1_1_1_1_1_1_3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62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9" name="Google Shape;369;p62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62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71" name="Google Shape;371;p62"/>
          <p:cNvSpPr txBox="1">
            <a:spLocks noGrp="1"/>
          </p:cNvSpPr>
          <p:nvPr>
            <p:ph type="body" idx="3"/>
          </p:nvPr>
        </p:nvSpPr>
        <p:spPr>
          <a:xfrm>
            <a:off x="3225736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72" name="Google Shape;372;p62"/>
          <p:cNvSpPr txBox="1">
            <a:spLocks noGrp="1"/>
          </p:cNvSpPr>
          <p:nvPr>
            <p:ph type="body" idx="4"/>
          </p:nvPr>
        </p:nvSpPr>
        <p:spPr>
          <a:xfrm>
            <a:off x="6028197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3 column - Gold">
  <p:cSld name="CUSTOM_23_1_1_1_1_1_1_2_1_1_1_1_1_1_3_1"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63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76" name="Google Shape;376;p63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63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78" name="Google Shape;378;p63"/>
          <p:cNvSpPr txBox="1">
            <a:spLocks noGrp="1"/>
          </p:cNvSpPr>
          <p:nvPr>
            <p:ph type="body" idx="3"/>
          </p:nvPr>
        </p:nvSpPr>
        <p:spPr>
          <a:xfrm>
            <a:off x="3225736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79" name="Google Shape;379;p63"/>
          <p:cNvSpPr txBox="1">
            <a:spLocks noGrp="1"/>
          </p:cNvSpPr>
          <p:nvPr>
            <p:ph type="body" idx="4"/>
          </p:nvPr>
        </p:nvSpPr>
        <p:spPr>
          <a:xfrm>
            <a:off x="6028197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3 column - Black">
  <p:cSld name="CUSTOM_23_1_1_1_1_1_1_2_1_1_1_1_1_1_2_2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64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3" name="Google Shape;383;p64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64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85" name="Google Shape;385;p64"/>
          <p:cNvSpPr txBox="1">
            <a:spLocks noGrp="1"/>
          </p:cNvSpPr>
          <p:nvPr>
            <p:ph type="body" idx="3"/>
          </p:nvPr>
        </p:nvSpPr>
        <p:spPr>
          <a:xfrm>
            <a:off x="3225736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86" name="Google Shape;386;p64"/>
          <p:cNvSpPr txBox="1">
            <a:spLocks noGrp="1"/>
          </p:cNvSpPr>
          <p:nvPr>
            <p:ph type="body" idx="4"/>
          </p:nvPr>
        </p:nvSpPr>
        <p:spPr>
          <a:xfrm>
            <a:off x="6028197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3 column - Maroon">
  <p:cSld name="CUSTOM_23_1_1_1_1_1_1_2_1_1_1_1_1_1_2_1_1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65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90" name="Google Shape;390;p65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65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92" name="Google Shape;392;p65"/>
          <p:cNvSpPr txBox="1">
            <a:spLocks noGrp="1"/>
          </p:cNvSpPr>
          <p:nvPr>
            <p:ph type="body" idx="3"/>
          </p:nvPr>
        </p:nvSpPr>
        <p:spPr>
          <a:xfrm>
            <a:off x="3225736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93" name="Google Shape;393;p65"/>
          <p:cNvSpPr txBox="1">
            <a:spLocks noGrp="1"/>
          </p:cNvSpPr>
          <p:nvPr>
            <p:ph type="body" idx="4"/>
          </p:nvPr>
        </p:nvSpPr>
        <p:spPr>
          <a:xfrm>
            <a:off x="6028197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4 column - Gray">
  <p:cSld name="CUSTOM_23_1_1_1_1_1_1_2_1_1_1_1_1_1_2_3"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66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  <a:defRPr sz="3200" b="1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97" name="Google Shape;397;p66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66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99" name="Google Shape;399;p66"/>
          <p:cNvSpPr txBox="1">
            <a:spLocks noGrp="1"/>
          </p:cNvSpPr>
          <p:nvPr>
            <p:ph type="body" idx="3"/>
          </p:nvPr>
        </p:nvSpPr>
        <p:spPr>
          <a:xfrm>
            <a:off x="2514600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00" name="Google Shape;400;p66"/>
          <p:cNvSpPr txBox="1">
            <a:spLocks noGrp="1"/>
          </p:cNvSpPr>
          <p:nvPr>
            <p:ph type="body" idx="4"/>
          </p:nvPr>
        </p:nvSpPr>
        <p:spPr>
          <a:xfrm>
            <a:off x="4605925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01" name="Google Shape;401;p66"/>
          <p:cNvSpPr txBox="1">
            <a:spLocks noGrp="1"/>
          </p:cNvSpPr>
          <p:nvPr>
            <p:ph type="body" idx="5"/>
          </p:nvPr>
        </p:nvSpPr>
        <p:spPr>
          <a:xfrm>
            <a:off x="6697250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4 column - Gold">
  <p:cSld name="CUSTOM_23_1_1_1_1_1_1_2_1_1_1_1_1_1_2_3_2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67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  <a:defRPr sz="3200" b="1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5" name="Google Shape;405;p67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06" name="Google Shape;406;p67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07" name="Google Shape;407;p67"/>
          <p:cNvSpPr txBox="1">
            <a:spLocks noGrp="1"/>
          </p:cNvSpPr>
          <p:nvPr>
            <p:ph type="body" idx="3"/>
          </p:nvPr>
        </p:nvSpPr>
        <p:spPr>
          <a:xfrm>
            <a:off x="2514600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08" name="Google Shape;408;p67"/>
          <p:cNvSpPr txBox="1">
            <a:spLocks noGrp="1"/>
          </p:cNvSpPr>
          <p:nvPr>
            <p:ph type="body" idx="4"/>
          </p:nvPr>
        </p:nvSpPr>
        <p:spPr>
          <a:xfrm>
            <a:off x="4605925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09" name="Google Shape;409;p67"/>
          <p:cNvSpPr txBox="1">
            <a:spLocks noGrp="1"/>
          </p:cNvSpPr>
          <p:nvPr>
            <p:ph type="body" idx="5"/>
          </p:nvPr>
        </p:nvSpPr>
        <p:spPr>
          <a:xfrm>
            <a:off x="6697250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4 column - Black">
  <p:cSld name="CUSTOM_23_1_1_1_1_1_1_2_1_1_1_1_1_1_2_3_1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68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13" name="Google Shape;413;p68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68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15" name="Google Shape;415;p68"/>
          <p:cNvSpPr txBox="1">
            <a:spLocks noGrp="1"/>
          </p:cNvSpPr>
          <p:nvPr>
            <p:ph type="body" idx="3"/>
          </p:nvPr>
        </p:nvSpPr>
        <p:spPr>
          <a:xfrm>
            <a:off x="2514600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16" name="Google Shape;416;p68"/>
          <p:cNvSpPr txBox="1">
            <a:spLocks noGrp="1"/>
          </p:cNvSpPr>
          <p:nvPr>
            <p:ph type="body" idx="4"/>
          </p:nvPr>
        </p:nvSpPr>
        <p:spPr>
          <a:xfrm>
            <a:off x="4605925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17" name="Google Shape;417;p68"/>
          <p:cNvSpPr txBox="1">
            <a:spLocks noGrp="1"/>
          </p:cNvSpPr>
          <p:nvPr>
            <p:ph type="body" idx="5"/>
          </p:nvPr>
        </p:nvSpPr>
        <p:spPr>
          <a:xfrm>
            <a:off x="6697250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4 column - Maroon">
  <p:cSld name="CUSTOM_23_1_1_1_1_1_1_2_1_1_1_1_1_1_2_1_2"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69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1" name="Google Shape;421;p69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22" name="Google Shape;422;p69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23" name="Google Shape;423;p69"/>
          <p:cNvSpPr txBox="1">
            <a:spLocks noGrp="1"/>
          </p:cNvSpPr>
          <p:nvPr>
            <p:ph type="body" idx="3"/>
          </p:nvPr>
        </p:nvSpPr>
        <p:spPr>
          <a:xfrm>
            <a:off x="2514600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24" name="Google Shape;424;p69"/>
          <p:cNvSpPr txBox="1">
            <a:spLocks noGrp="1"/>
          </p:cNvSpPr>
          <p:nvPr>
            <p:ph type="body" idx="4"/>
          </p:nvPr>
        </p:nvSpPr>
        <p:spPr>
          <a:xfrm>
            <a:off x="4605925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25" name="Google Shape;425;p69"/>
          <p:cNvSpPr txBox="1">
            <a:spLocks noGrp="1"/>
          </p:cNvSpPr>
          <p:nvPr>
            <p:ph type="body" idx="5"/>
          </p:nvPr>
        </p:nvSpPr>
        <p:spPr>
          <a:xfrm>
            <a:off x="6697250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4 Title and text slide - Gray">
  <p:cSld name="CUSTOM_23_1_1_1_1_2_2"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7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-5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70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0625" y="548650"/>
            <a:ext cx="3776400" cy="377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30" name="Google Shape;430;p70"/>
          <p:cNvSpPr txBox="1">
            <a:spLocks noGrp="1"/>
          </p:cNvSpPr>
          <p:nvPr>
            <p:ph type="subTitle" idx="2"/>
          </p:nvPr>
        </p:nvSpPr>
        <p:spPr>
          <a:xfrm>
            <a:off x="424450" y="320050"/>
            <a:ext cx="37764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70"/>
          <p:cNvSpPr txBox="1">
            <a:spLocks noGrp="1"/>
          </p:cNvSpPr>
          <p:nvPr>
            <p:ph type="body" idx="1"/>
          </p:nvPr>
        </p:nvSpPr>
        <p:spPr>
          <a:xfrm>
            <a:off x="4937750" y="320050"/>
            <a:ext cx="3776400" cy="385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4 Title and text slide - Gold">
  <p:cSld name="CUSTOM_23_1_1_1_1_2_2_2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-5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71"/>
          <p:cNvSpPr txBox="1">
            <a:spLocks noGrp="1"/>
          </p:cNvSpPr>
          <p:nvPr>
            <p:ph type="title"/>
          </p:nvPr>
        </p:nvSpPr>
        <p:spPr>
          <a:xfrm>
            <a:off x="420625" y="548650"/>
            <a:ext cx="3776400" cy="377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35" name="Google Shape;435;p71"/>
          <p:cNvSpPr txBox="1">
            <a:spLocks noGrp="1"/>
          </p:cNvSpPr>
          <p:nvPr>
            <p:ph type="subTitle" idx="2"/>
          </p:nvPr>
        </p:nvSpPr>
        <p:spPr>
          <a:xfrm>
            <a:off x="424450" y="320050"/>
            <a:ext cx="37764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71"/>
          <p:cNvSpPr txBox="1">
            <a:spLocks noGrp="1"/>
          </p:cNvSpPr>
          <p:nvPr>
            <p:ph type="body" idx="1"/>
          </p:nvPr>
        </p:nvSpPr>
        <p:spPr>
          <a:xfrm>
            <a:off x="4937750" y="320050"/>
            <a:ext cx="3776400" cy="385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4 Title and text slide - Black">
  <p:cSld name="CUSTOM_23_1_1_2_1_1"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2"/>
          <p:cNvSpPr/>
          <p:nvPr/>
        </p:nvSpPr>
        <p:spPr>
          <a:xfrm>
            <a:off x="4572000" y="-5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72"/>
          <p:cNvSpPr txBox="1">
            <a:spLocks noGrp="1"/>
          </p:cNvSpPr>
          <p:nvPr>
            <p:ph type="title"/>
          </p:nvPr>
        </p:nvSpPr>
        <p:spPr>
          <a:xfrm>
            <a:off x="420625" y="548650"/>
            <a:ext cx="3776400" cy="377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0" name="Google Shape;440;p72"/>
          <p:cNvSpPr txBox="1">
            <a:spLocks noGrp="1"/>
          </p:cNvSpPr>
          <p:nvPr>
            <p:ph type="subTitle" idx="2"/>
          </p:nvPr>
        </p:nvSpPr>
        <p:spPr>
          <a:xfrm>
            <a:off x="424450" y="320050"/>
            <a:ext cx="37764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72"/>
          <p:cNvSpPr txBox="1">
            <a:spLocks noGrp="1"/>
          </p:cNvSpPr>
          <p:nvPr>
            <p:ph type="body" idx="1"/>
          </p:nvPr>
        </p:nvSpPr>
        <p:spPr>
          <a:xfrm>
            <a:off x="4937750" y="320050"/>
            <a:ext cx="3776400" cy="385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 Text and photo slide options →">
  <p:cSld name="CUSTOM_22_1_1_1_1_1_1_2_1">
    <p:bg>
      <p:bgPr>
        <a:solidFill>
          <a:schemeClr val="accent5"/>
        </a:soli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3"/>
          <p:cNvSpPr txBox="1"/>
          <p:nvPr/>
        </p:nvSpPr>
        <p:spPr>
          <a:xfrm>
            <a:off x="2411725" y="1574253"/>
            <a:ext cx="6288300" cy="19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chemeClr val="dk1"/>
                </a:highlight>
              </a:rPr>
              <a:t>Text and photo slides</a:t>
            </a:r>
            <a:endParaRPr sz="7200" b="1">
              <a:solidFill>
                <a:srgbClr val="FFFFFF"/>
              </a:solidFill>
              <a:highlight>
                <a:schemeClr val="dk1"/>
              </a:highlight>
            </a:endParaRPr>
          </a:p>
        </p:txBody>
      </p:sp>
      <p:sp>
        <p:nvSpPr>
          <p:cNvPr id="443" name="Google Shape;443;p7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1 Text and photo slide - Right - Black">
  <p:cSld name="CUSTOM_23_1_1_1_1_2_1_1_1_3">
    <p:bg>
      <p:bgPr>
        <a:solidFill>
          <a:schemeClr val="dk1"/>
        </a:solidFill>
        <a:effectLst/>
      </p:bgPr>
    </p:bg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5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4196700" cy="567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0" name="Google Shape;450;p75"/>
          <p:cNvSpPr txBox="1">
            <a:spLocks noGrp="1"/>
          </p:cNvSpPr>
          <p:nvPr>
            <p:ph type="body" idx="1"/>
          </p:nvPr>
        </p:nvSpPr>
        <p:spPr>
          <a:xfrm>
            <a:off x="420900" y="994550"/>
            <a:ext cx="4196700" cy="318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1" name="Google Shape;451;p7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038350" y="0"/>
            <a:ext cx="41058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1 Text and photo slide - Left - White">
  <p:cSld name="CUSTOM_23_1_1_1_1_2_1_1_1_2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6"/>
          <p:cNvSpPr txBox="1">
            <a:spLocks noGrp="1"/>
          </p:cNvSpPr>
          <p:nvPr>
            <p:ph type="title"/>
          </p:nvPr>
        </p:nvSpPr>
        <p:spPr>
          <a:xfrm>
            <a:off x="4526275" y="320050"/>
            <a:ext cx="4169400" cy="567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76"/>
          <p:cNvSpPr txBox="1">
            <a:spLocks noGrp="1"/>
          </p:cNvSpPr>
          <p:nvPr>
            <p:ph type="body" idx="1"/>
          </p:nvPr>
        </p:nvSpPr>
        <p:spPr>
          <a:xfrm>
            <a:off x="4526550" y="994550"/>
            <a:ext cx="4169400" cy="318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53" name="Google Shape;453;p7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0" y="0"/>
            <a:ext cx="41058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1 Text and photo slide - Left - Black">
  <p:cSld name="CUSTOM_23_1_1_1_1_2_1_1_1_2_1">
    <p:bg>
      <p:bgPr>
        <a:solidFill>
          <a:schemeClr val="dk1"/>
        </a:solidFill>
        <a:effectLst/>
      </p:bgPr>
    </p:bg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77"/>
          <p:cNvSpPr txBox="1">
            <a:spLocks noGrp="1"/>
          </p:cNvSpPr>
          <p:nvPr>
            <p:ph type="title"/>
          </p:nvPr>
        </p:nvSpPr>
        <p:spPr>
          <a:xfrm>
            <a:off x="4526275" y="320050"/>
            <a:ext cx="4169400" cy="567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9" name="Google Shape;459;p77"/>
          <p:cNvSpPr txBox="1">
            <a:spLocks noGrp="1"/>
          </p:cNvSpPr>
          <p:nvPr>
            <p:ph type="body" idx="1"/>
          </p:nvPr>
        </p:nvSpPr>
        <p:spPr>
          <a:xfrm>
            <a:off x="4526550" y="994550"/>
            <a:ext cx="4169400" cy="318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7" name="Google Shape;457;p7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0" y="0"/>
            <a:ext cx="41058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2 Text and photo slide - Right - Gold">
  <p:cSld name="CUSTOM_22_1_1_1_1_1_1_1_1_1_2"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8"/>
          <p:cNvSpPr txBox="1">
            <a:spLocks noGrp="1"/>
          </p:cNvSpPr>
          <p:nvPr>
            <p:ph type="title"/>
          </p:nvPr>
        </p:nvSpPr>
        <p:spPr>
          <a:xfrm>
            <a:off x="420625" y="633350"/>
            <a:ext cx="37764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5" name="Google Shape;465;p78"/>
          <p:cNvSpPr txBox="1">
            <a:spLocks noGrp="1"/>
          </p:cNvSpPr>
          <p:nvPr>
            <p:ph type="subTitle" idx="3"/>
          </p:nvPr>
        </p:nvSpPr>
        <p:spPr>
          <a:xfrm>
            <a:off x="422350" y="320050"/>
            <a:ext cx="37764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p78"/>
          <p:cNvSpPr txBox="1">
            <a:spLocks noGrp="1"/>
          </p:cNvSpPr>
          <p:nvPr>
            <p:ph type="body" idx="1"/>
          </p:nvPr>
        </p:nvSpPr>
        <p:spPr>
          <a:xfrm>
            <a:off x="420900" y="1103325"/>
            <a:ext cx="3776400" cy="30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461" name="Google Shape;461;p7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-5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7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020050" y="484925"/>
            <a:ext cx="3675900" cy="4160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2 Text and photo slide - Right - Maroon">
  <p:cSld name="CUSTOM_22_1_1_1_1_1_1_1_1_1_4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9"/>
          <p:cNvSpPr txBox="1">
            <a:spLocks noGrp="1"/>
          </p:cNvSpPr>
          <p:nvPr>
            <p:ph type="title"/>
          </p:nvPr>
        </p:nvSpPr>
        <p:spPr>
          <a:xfrm>
            <a:off x="420625" y="633350"/>
            <a:ext cx="37764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79"/>
          <p:cNvSpPr txBox="1">
            <a:spLocks noGrp="1"/>
          </p:cNvSpPr>
          <p:nvPr>
            <p:ph type="subTitle" idx="3"/>
          </p:nvPr>
        </p:nvSpPr>
        <p:spPr>
          <a:xfrm>
            <a:off x="422350" y="320050"/>
            <a:ext cx="37764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79"/>
          <p:cNvSpPr txBox="1">
            <a:spLocks noGrp="1"/>
          </p:cNvSpPr>
          <p:nvPr>
            <p:ph type="body" idx="1"/>
          </p:nvPr>
        </p:nvSpPr>
        <p:spPr>
          <a:xfrm>
            <a:off x="420900" y="1103325"/>
            <a:ext cx="3776400" cy="30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467" name="Google Shape;467;p7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-5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7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020050" y="484925"/>
            <a:ext cx="3675900" cy="4160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2 Text and photo slide - Left - Gold">
  <p:cSld name="CUSTOM_23_1_1_1_1_1_1_1_1_1_3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80"/>
          <p:cNvSpPr txBox="1">
            <a:spLocks noGrp="1"/>
          </p:cNvSpPr>
          <p:nvPr>
            <p:ph type="title"/>
          </p:nvPr>
        </p:nvSpPr>
        <p:spPr>
          <a:xfrm>
            <a:off x="4917825" y="633350"/>
            <a:ext cx="37764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7" name="Google Shape;477;p80"/>
          <p:cNvSpPr txBox="1">
            <a:spLocks noGrp="1"/>
          </p:cNvSpPr>
          <p:nvPr>
            <p:ph type="subTitle" idx="3"/>
          </p:nvPr>
        </p:nvSpPr>
        <p:spPr>
          <a:xfrm>
            <a:off x="4919550" y="320050"/>
            <a:ext cx="37764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76" name="Google Shape;476;p80"/>
          <p:cNvSpPr txBox="1">
            <a:spLocks noGrp="1"/>
          </p:cNvSpPr>
          <p:nvPr>
            <p:ph type="body" idx="1"/>
          </p:nvPr>
        </p:nvSpPr>
        <p:spPr>
          <a:xfrm>
            <a:off x="4918100" y="1103325"/>
            <a:ext cx="3776400" cy="30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473" name="Google Shape;473;p8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5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8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448050" y="484925"/>
            <a:ext cx="3675900" cy="4160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2 Text and photo slide - Left - Maroon">
  <p:cSld name="CUSTOM_23_1_1_1_1_1_1_1_1_1_3_2"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81"/>
          <p:cNvSpPr txBox="1">
            <a:spLocks noGrp="1"/>
          </p:cNvSpPr>
          <p:nvPr>
            <p:ph type="title"/>
          </p:nvPr>
        </p:nvSpPr>
        <p:spPr>
          <a:xfrm>
            <a:off x="4917825" y="633350"/>
            <a:ext cx="37764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81"/>
          <p:cNvSpPr txBox="1">
            <a:spLocks noGrp="1"/>
          </p:cNvSpPr>
          <p:nvPr>
            <p:ph type="subTitle" idx="3"/>
          </p:nvPr>
        </p:nvSpPr>
        <p:spPr>
          <a:xfrm>
            <a:off x="4919550" y="320050"/>
            <a:ext cx="37764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82" name="Google Shape;482;p81"/>
          <p:cNvSpPr txBox="1">
            <a:spLocks noGrp="1"/>
          </p:cNvSpPr>
          <p:nvPr>
            <p:ph type="body" idx="1"/>
          </p:nvPr>
        </p:nvSpPr>
        <p:spPr>
          <a:xfrm>
            <a:off x="4918100" y="1103325"/>
            <a:ext cx="3776400" cy="30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479" name="Google Shape;479;p8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5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8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448050" y="484925"/>
            <a:ext cx="3675900" cy="4160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3 Text and photo slide - Gray">
  <p:cSld name="CUSTOM_23_1_1_1_1_1_1_1_1_2"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8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76475" y="-2275"/>
            <a:ext cx="5367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8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420625" y="320050"/>
            <a:ext cx="2935200" cy="4508100"/>
          </a:xfrm>
          <a:prstGeom prst="rect">
            <a:avLst/>
          </a:prstGeom>
          <a:noFill/>
          <a:ln>
            <a:noFill/>
          </a:ln>
        </p:spPr>
      </p:sp>
      <p:sp>
        <p:nvSpPr>
          <p:cNvPr id="487" name="Google Shape;487;p82"/>
          <p:cNvSpPr txBox="1">
            <a:spLocks noGrp="1"/>
          </p:cNvSpPr>
          <p:nvPr>
            <p:ph type="title"/>
          </p:nvPr>
        </p:nvSpPr>
        <p:spPr>
          <a:xfrm>
            <a:off x="4197100" y="633350"/>
            <a:ext cx="44967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89" name="Google Shape;489;p82"/>
          <p:cNvSpPr txBox="1">
            <a:spLocks noGrp="1"/>
          </p:cNvSpPr>
          <p:nvPr>
            <p:ph type="subTitle" idx="3"/>
          </p:nvPr>
        </p:nvSpPr>
        <p:spPr>
          <a:xfrm>
            <a:off x="4199154" y="320050"/>
            <a:ext cx="44967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88" name="Google Shape;488;p82"/>
          <p:cNvSpPr txBox="1">
            <a:spLocks noGrp="1"/>
          </p:cNvSpPr>
          <p:nvPr>
            <p:ph type="body" idx="1"/>
          </p:nvPr>
        </p:nvSpPr>
        <p:spPr>
          <a:xfrm>
            <a:off x="4197427" y="1103325"/>
            <a:ext cx="4496700" cy="30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3 Text and photo slide - Gold">
  <p:cSld name="CUSTOM_23_1_1_1_1_1_1_1_1_2_3"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8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76475" y="-2275"/>
            <a:ext cx="536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8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420625" y="320050"/>
            <a:ext cx="2935200" cy="4508100"/>
          </a:xfrm>
          <a:prstGeom prst="rect">
            <a:avLst/>
          </a:prstGeom>
          <a:noFill/>
          <a:ln>
            <a:noFill/>
          </a:ln>
        </p:spPr>
      </p:sp>
      <p:sp>
        <p:nvSpPr>
          <p:cNvPr id="493" name="Google Shape;493;p83"/>
          <p:cNvSpPr txBox="1">
            <a:spLocks noGrp="1"/>
          </p:cNvSpPr>
          <p:nvPr>
            <p:ph type="title"/>
          </p:nvPr>
        </p:nvSpPr>
        <p:spPr>
          <a:xfrm>
            <a:off x="4197100" y="633350"/>
            <a:ext cx="44967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5" name="Google Shape;495;p83"/>
          <p:cNvSpPr txBox="1">
            <a:spLocks noGrp="1"/>
          </p:cNvSpPr>
          <p:nvPr>
            <p:ph type="subTitle" idx="3"/>
          </p:nvPr>
        </p:nvSpPr>
        <p:spPr>
          <a:xfrm>
            <a:off x="4199154" y="320050"/>
            <a:ext cx="44967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94" name="Google Shape;494;p83"/>
          <p:cNvSpPr txBox="1">
            <a:spLocks noGrp="1"/>
          </p:cNvSpPr>
          <p:nvPr>
            <p:ph type="body" idx="1"/>
          </p:nvPr>
        </p:nvSpPr>
        <p:spPr>
          <a:xfrm>
            <a:off x="4197427" y="1103325"/>
            <a:ext cx="4496700" cy="30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3 Text and photo slide - Black">
  <p:cSld name="CUSTOM_23_1_1_1_1_1_1_1_1_2_2"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8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76475" y="-2275"/>
            <a:ext cx="5367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8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420625" y="320050"/>
            <a:ext cx="2935200" cy="4508100"/>
          </a:xfrm>
          <a:prstGeom prst="rect">
            <a:avLst/>
          </a:prstGeom>
          <a:noFill/>
          <a:ln>
            <a:noFill/>
          </a:ln>
        </p:spPr>
      </p:sp>
      <p:sp>
        <p:nvSpPr>
          <p:cNvPr id="499" name="Google Shape;499;p84"/>
          <p:cNvSpPr txBox="1">
            <a:spLocks noGrp="1"/>
          </p:cNvSpPr>
          <p:nvPr>
            <p:ph type="title"/>
          </p:nvPr>
        </p:nvSpPr>
        <p:spPr>
          <a:xfrm>
            <a:off x="4197100" y="633350"/>
            <a:ext cx="44967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1" name="Google Shape;501;p84"/>
          <p:cNvSpPr txBox="1">
            <a:spLocks noGrp="1"/>
          </p:cNvSpPr>
          <p:nvPr>
            <p:ph type="subTitle" idx="3"/>
          </p:nvPr>
        </p:nvSpPr>
        <p:spPr>
          <a:xfrm>
            <a:off x="4199154" y="320050"/>
            <a:ext cx="44967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84"/>
          <p:cNvSpPr txBox="1">
            <a:spLocks noGrp="1"/>
          </p:cNvSpPr>
          <p:nvPr>
            <p:ph type="body" idx="1"/>
          </p:nvPr>
        </p:nvSpPr>
        <p:spPr>
          <a:xfrm>
            <a:off x="4197427" y="1103325"/>
            <a:ext cx="4496700" cy="30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4 Text and photo slide - White">
  <p:cSld name="CUSTOM_23_1_1_1_1_1_1_1_1_1_2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85"/>
          <p:cNvSpPr txBox="1">
            <a:spLocks noGrp="1"/>
          </p:cNvSpPr>
          <p:nvPr>
            <p:ph type="title"/>
          </p:nvPr>
        </p:nvSpPr>
        <p:spPr>
          <a:xfrm>
            <a:off x="3776475" y="995350"/>
            <a:ext cx="4919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4400"/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5" name="Google Shape;505;p85"/>
          <p:cNvSpPr txBox="1">
            <a:spLocks noGrp="1"/>
          </p:cNvSpPr>
          <p:nvPr>
            <p:ph type="subTitle" idx="1"/>
          </p:nvPr>
        </p:nvSpPr>
        <p:spPr>
          <a:xfrm>
            <a:off x="3776475" y="640675"/>
            <a:ext cx="4919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6" name="Google Shape;506;p85"/>
          <p:cNvSpPr txBox="1">
            <a:spLocks noGrp="1"/>
          </p:cNvSpPr>
          <p:nvPr>
            <p:ph type="body" idx="3"/>
          </p:nvPr>
        </p:nvSpPr>
        <p:spPr>
          <a:xfrm>
            <a:off x="3776475" y="1735875"/>
            <a:ext cx="4919400" cy="24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5pPr>
            <a:lvl6pPr marL="2743200" lvl="5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6pPr>
            <a:lvl7pPr marL="3200400" lvl="6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7pPr>
            <a:lvl8pPr marL="3657600" lvl="7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8pPr>
            <a:lvl9pPr marL="4114800" lvl="8" indent="-22860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3" name="Google Shape;503;p8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740675" y="990300"/>
            <a:ext cx="2194500" cy="2218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4 Text and photo slide - Black">
  <p:cSld name="CUSTOM_23_1_1_1_1_1_1_1_1_1_2_1">
    <p:bg>
      <p:bgPr>
        <a:solidFill>
          <a:schemeClr val="dk1"/>
        </a:solidFill>
        <a:effectLst/>
      </p:bgPr>
    </p:bg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86"/>
          <p:cNvSpPr txBox="1">
            <a:spLocks noGrp="1"/>
          </p:cNvSpPr>
          <p:nvPr>
            <p:ph type="title"/>
          </p:nvPr>
        </p:nvSpPr>
        <p:spPr>
          <a:xfrm>
            <a:off x="3776475" y="995350"/>
            <a:ext cx="4919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0" name="Google Shape;510;p86"/>
          <p:cNvSpPr txBox="1">
            <a:spLocks noGrp="1"/>
          </p:cNvSpPr>
          <p:nvPr>
            <p:ph type="subTitle" idx="1"/>
          </p:nvPr>
        </p:nvSpPr>
        <p:spPr>
          <a:xfrm>
            <a:off x="3776475" y="640675"/>
            <a:ext cx="4919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1" name="Google Shape;511;p86"/>
          <p:cNvSpPr txBox="1">
            <a:spLocks noGrp="1"/>
          </p:cNvSpPr>
          <p:nvPr>
            <p:ph type="body" idx="3"/>
          </p:nvPr>
        </p:nvSpPr>
        <p:spPr>
          <a:xfrm>
            <a:off x="3776475" y="1735875"/>
            <a:ext cx="4919400" cy="24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8" name="Google Shape;508;p8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740675" y="990300"/>
            <a:ext cx="2194500" cy="2218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5 Text and photo slide - Gold">
  <p:cSld name="CUSTOM_23_1_1_1_1_1_1_2_1_1_2"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87"/>
          <p:cNvSpPr txBox="1">
            <a:spLocks noGrp="1"/>
          </p:cNvSpPr>
          <p:nvPr>
            <p:ph type="title"/>
          </p:nvPr>
        </p:nvSpPr>
        <p:spPr>
          <a:xfrm>
            <a:off x="4917825" y="633350"/>
            <a:ext cx="37764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7" name="Google Shape;517;p87"/>
          <p:cNvSpPr txBox="1">
            <a:spLocks noGrp="1"/>
          </p:cNvSpPr>
          <p:nvPr>
            <p:ph type="subTitle" idx="3"/>
          </p:nvPr>
        </p:nvSpPr>
        <p:spPr>
          <a:xfrm>
            <a:off x="4919550" y="320050"/>
            <a:ext cx="37764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16" name="Google Shape;516;p87"/>
          <p:cNvSpPr txBox="1">
            <a:spLocks noGrp="1"/>
          </p:cNvSpPr>
          <p:nvPr>
            <p:ph type="body" idx="1"/>
          </p:nvPr>
        </p:nvSpPr>
        <p:spPr>
          <a:xfrm>
            <a:off x="4918100" y="1103325"/>
            <a:ext cx="3776400" cy="30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513" name="Google Shape;513;p8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0" y="0"/>
            <a:ext cx="4197000" cy="390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8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420625" y="399050"/>
            <a:ext cx="4091400" cy="3777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5 Text and photo slide - Maroon">
  <p:cSld name="CUSTOM_23_1_1_1_1_1_1_2_1_1_2_1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88"/>
          <p:cNvSpPr txBox="1">
            <a:spLocks noGrp="1"/>
          </p:cNvSpPr>
          <p:nvPr>
            <p:ph type="title"/>
          </p:nvPr>
        </p:nvSpPr>
        <p:spPr>
          <a:xfrm>
            <a:off x="4917825" y="633350"/>
            <a:ext cx="37764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3" name="Google Shape;523;p88"/>
          <p:cNvSpPr txBox="1">
            <a:spLocks noGrp="1"/>
          </p:cNvSpPr>
          <p:nvPr>
            <p:ph type="subTitle" idx="3"/>
          </p:nvPr>
        </p:nvSpPr>
        <p:spPr>
          <a:xfrm>
            <a:off x="4919550" y="320050"/>
            <a:ext cx="37764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22" name="Google Shape;522;p88"/>
          <p:cNvSpPr txBox="1">
            <a:spLocks noGrp="1"/>
          </p:cNvSpPr>
          <p:nvPr>
            <p:ph type="body" idx="1"/>
          </p:nvPr>
        </p:nvSpPr>
        <p:spPr>
          <a:xfrm>
            <a:off x="4918100" y="1103325"/>
            <a:ext cx="3776400" cy="30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519" name="Google Shape;519;p88"/>
          <p:cNvSpPr txBox="1"/>
          <p:nvPr/>
        </p:nvSpPr>
        <p:spPr>
          <a:xfrm>
            <a:off x="0" y="0"/>
            <a:ext cx="4197000" cy="390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88"/>
          <p:cNvSpPr>
            <a:spLocks noGrp="1"/>
          </p:cNvSpPr>
          <p:nvPr>
            <p:ph type="pic" idx="2"/>
          </p:nvPr>
        </p:nvSpPr>
        <p:spPr>
          <a:xfrm>
            <a:off x="420625" y="399050"/>
            <a:ext cx="4091400" cy="3777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6 Text and photo slide - 1 photo - Gold">
  <p:cSld name="CUSTOM_22_1_1_1_1_1_1_1_1_1_1"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89"/>
          <p:cNvSpPr txBox="1">
            <a:spLocks noGrp="1"/>
          </p:cNvSpPr>
          <p:nvPr>
            <p:ph type="title"/>
          </p:nvPr>
        </p:nvSpPr>
        <p:spPr>
          <a:xfrm>
            <a:off x="420625" y="633350"/>
            <a:ext cx="41037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9" name="Google Shape;529;p89"/>
          <p:cNvSpPr txBox="1">
            <a:spLocks noGrp="1"/>
          </p:cNvSpPr>
          <p:nvPr>
            <p:ph type="subTitle" idx="3"/>
          </p:nvPr>
        </p:nvSpPr>
        <p:spPr>
          <a:xfrm>
            <a:off x="422500" y="320050"/>
            <a:ext cx="41037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28" name="Google Shape;528;p89"/>
          <p:cNvSpPr txBox="1">
            <a:spLocks noGrp="1"/>
          </p:cNvSpPr>
          <p:nvPr>
            <p:ph type="body" idx="1"/>
          </p:nvPr>
        </p:nvSpPr>
        <p:spPr>
          <a:xfrm>
            <a:off x="420924" y="1103325"/>
            <a:ext cx="4103700" cy="30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525" name="Google Shape;525;p8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50" y="-2275"/>
            <a:ext cx="12801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8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038350" y="320050"/>
            <a:ext cx="3767100" cy="4508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6 Text and photo slide - 1 photo - Maroon">
  <p:cSld name="CUSTOM_22_1_1_1_1_1_1_1_1_1_1_2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90"/>
          <p:cNvSpPr txBox="1">
            <a:spLocks noGrp="1"/>
          </p:cNvSpPr>
          <p:nvPr>
            <p:ph type="title"/>
          </p:nvPr>
        </p:nvSpPr>
        <p:spPr>
          <a:xfrm>
            <a:off x="420625" y="633350"/>
            <a:ext cx="41037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5" name="Google Shape;535;p90"/>
          <p:cNvSpPr txBox="1">
            <a:spLocks noGrp="1"/>
          </p:cNvSpPr>
          <p:nvPr>
            <p:ph type="subTitle" idx="3"/>
          </p:nvPr>
        </p:nvSpPr>
        <p:spPr>
          <a:xfrm>
            <a:off x="422500" y="320050"/>
            <a:ext cx="41037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90"/>
          <p:cNvSpPr txBox="1">
            <a:spLocks noGrp="1"/>
          </p:cNvSpPr>
          <p:nvPr>
            <p:ph type="body" idx="1"/>
          </p:nvPr>
        </p:nvSpPr>
        <p:spPr>
          <a:xfrm>
            <a:off x="420924" y="1103325"/>
            <a:ext cx="4103700" cy="30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531" name="Google Shape;531;p9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50" y="-2275"/>
            <a:ext cx="12801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9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038350" y="320050"/>
            <a:ext cx="3767100" cy="4508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6 Text and photo slide - 3 photo - Gold">
  <p:cSld name="CUSTOM_23_1_1_1_1_2_1_1_1_1_1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91"/>
          <p:cNvSpPr txBox="1">
            <a:spLocks noGrp="1"/>
          </p:cNvSpPr>
          <p:nvPr>
            <p:ph type="title"/>
          </p:nvPr>
        </p:nvSpPr>
        <p:spPr>
          <a:xfrm>
            <a:off x="420625" y="633350"/>
            <a:ext cx="36651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3" name="Google Shape;543;p91"/>
          <p:cNvSpPr txBox="1">
            <a:spLocks noGrp="1"/>
          </p:cNvSpPr>
          <p:nvPr>
            <p:ph type="subTitle" idx="5"/>
          </p:nvPr>
        </p:nvSpPr>
        <p:spPr>
          <a:xfrm>
            <a:off x="422299" y="320050"/>
            <a:ext cx="36651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91"/>
          <p:cNvSpPr txBox="1">
            <a:spLocks noGrp="1"/>
          </p:cNvSpPr>
          <p:nvPr>
            <p:ph type="body" idx="1"/>
          </p:nvPr>
        </p:nvSpPr>
        <p:spPr>
          <a:xfrm>
            <a:off x="420892" y="1103325"/>
            <a:ext cx="3665100" cy="30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537" name="Google Shape;537;p9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11100" y="-2275"/>
            <a:ext cx="2532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9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7452350" y="530400"/>
            <a:ext cx="1353000" cy="4108500"/>
          </a:xfrm>
          <a:prstGeom prst="rect">
            <a:avLst/>
          </a:prstGeom>
          <a:noFill/>
          <a:ln>
            <a:noFill/>
          </a:ln>
        </p:spPr>
      </p:sp>
      <p:sp>
        <p:nvSpPr>
          <p:cNvPr id="539" name="Google Shape;539;p9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4617725" y="530400"/>
            <a:ext cx="2782500" cy="19977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9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4617725" y="2599800"/>
            <a:ext cx="2782500" cy="2039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6 Text and photo slide - 3 photo - Maroon">
  <p:cSld name="CUSTOM_23_1_1_1_1_2_1_1_1_1_1_1"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92"/>
          <p:cNvSpPr txBox="1">
            <a:spLocks noGrp="1"/>
          </p:cNvSpPr>
          <p:nvPr>
            <p:ph type="title"/>
          </p:nvPr>
        </p:nvSpPr>
        <p:spPr>
          <a:xfrm>
            <a:off x="420625" y="633350"/>
            <a:ext cx="36651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1" name="Google Shape;551;p92"/>
          <p:cNvSpPr txBox="1">
            <a:spLocks noGrp="1"/>
          </p:cNvSpPr>
          <p:nvPr>
            <p:ph type="subTitle" idx="5"/>
          </p:nvPr>
        </p:nvSpPr>
        <p:spPr>
          <a:xfrm>
            <a:off x="422299" y="320050"/>
            <a:ext cx="36651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50" name="Google Shape;550;p92"/>
          <p:cNvSpPr txBox="1">
            <a:spLocks noGrp="1"/>
          </p:cNvSpPr>
          <p:nvPr>
            <p:ph type="body" idx="1"/>
          </p:nvPr>
        </p:nvSpPr>
        <p:spPr>
          <a:xfrm>
            <a:off x="420892" y="1103325"/>
            <a:ext cx="3665100" cy="30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545" name="Google Shape;545;p9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11100" y="-2275"/>
            <a:ext cx="2532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9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7452350" y="530400"/>
            <a:ext cx="1353000" cy="4108500"/>
          </a:xfrm>
          <a:prstGeom prst="rect">
            <a:avLst/>
          </a:prstGeom>
          <a:noFill/>
          <a:ln>
            <a:noFill/>
          </a:ln>
        </p:spPr>
      </p:sp>
      <p:sp>
        <p:nvSpPr>
          <p:cNvPr id="547" name="Google Shape;547;p9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4617725" y="530400"/>
            <a:ext cx="2782500" cy="1997700"/>
          </a:xfrm>
          <a:prstGeom prst="rect">
            <a:avLst/>
          </a:prstGeom>
          <a:noFill/>
          <a:ln>
            <a:noFill/>
          </a:ln>
        </p:spPr>
      </p:sp>
      <p:sp>
        <p:nvSpPr>
          <p:cNvPr id="548" name="Google Shape;548;p9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4617725" y="2599800"/>
            <a:ext cx="2782500" cy="2039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7 Text and photo slide - Gold">
  <p:cSld name="CUSTOM_23_1_1_1_1_1_1_1_1_1_1_2"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93"/>
          <p:cNvSpPr txBox="1">
            <a:spLocks noGrp="1"/>
          </p:cNvSpPr>
          <p:nvPr>
            <p:ph type="title"/>
          </p:nvPr>
        </p:nvSpPr>
        <p:spPr>
          <a:xfrm>
            <a:off x="420625" y="633350"/>
            <a:ext cx="4103700" cy="361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7" name="Google Shape;557;p93"/>
          <p:cNvSpPr txBox="1">
            <a:spLocks noGrp="1"/>
          </p:cNvSpPr>
          <p:nvPr>
            <p:ph type="subTitle" idx="3"/>
          </p:nvPr>
        </p:nvSpPr>
        <p:spPr>
          <a:xfrm>
            <a:off x="422500" y="320050"/>
            <a:ext cx="41037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56" name="Google Shape;556;p93"/>
          <p:cNvSpPr txBox="1">
            <a:spLocks noGrp="1"/>
          </p:cNvSpPr>
          <p:nvPr>
            <p:ph type="body" idx="1"/>
          </p:nvPr>
        </p:nvSpPr>
        <p:spPr>
          <a:xfrm>
            <a:off x="420924" y="1103325"/>
            <a:ext cx="4103700" cy="30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553" name="Google Shape;553;p9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87375" y="315475"/>
            <a:ext cx="3781500" cy="4512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9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362500" y="561175"/>
            <a:ext cx="3781500" cy="4021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7 Text and photo slide - Maroon">
  <p:cSld name="CUSTOM_23_1_1_1_1_1_1_1_1_1_1_2_1"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94"/>
          <p:cNvSpPr txBox="1">
            <a:spLocks noGrp="1"/>
          </p:cNvSpPr>
          <p:nvPr>
            <p:ph type="title"/>
          </p:nvPr>
        </p:nvSpPr>
        <p:spPr>
          <a:xfrm>
            <a:off x="420625" y="633350"/>
            <a:ext cx="4103700" cy="361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3" name="Google Shape;563;p94"/>
          <p:cNvSpPr txBox="1">
            <a:spLocks noGrp="1"/>
          </p:cNvSpPr>
          <p:nvPr>
            <p:ph type="subTitle" idx="3"/>
          </p:nvPr>
        </p:nvSpPr>
        <p:spPr>
          <a:xfrm>
            <a:off x="422500" y="320050"/>
            <a:ext cx="41037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62" name="Google Shape;562;p94"/>
          <p:cNvSpPr txBox="1">
            <a:spLocks noGrp="1"/>
          </p:cNvSpPr>
          <p:nvPr>
            <p:ph type="body" idx="1"/>
          </p:nvPr>
        </p:nvSpPr>
        <p:spPr>
          <a:xfrm>
            <a:off x="420924" y="1103325"/>
            <a:ext cx="4103700" cy="30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559" name="Google Shape;559;p9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87375" y="315475"/>
            <a:ext cx="3781500" cy="4512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9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362500" y="561175"/>
            <a:ext cx="3781500" cy="4021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8 Text and photo slide - Gold">
  <p:cSld name="CUSTOM_23_1_1_2_1_1_1_1_1_1_1"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9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50" y="886975"/>
            <a:ext cx="7543800" cy="337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95"/>
          <p:cNvSpPr txBox="1">
            <a:spLocks noGrp="1"/>
          </p:cNvSpPr>
          <p:nvPr>
            <p:ph type="title"/>
          </p:nvPr>
        </p:nvSpPr>
        <p:spPr>
          <a:xfrm>
            <a:off x="600075" y="1144150"/>
            <a:ext cx="2335200" cy="62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67" name="Google Shape;567;p95"/>
          <p:cNvSpPr txBox="1">
            <a:spLocks noGrp="1"/>
          </p:cNvSpPr>
          <p:nvPr>
            <p:ph type="body" idx="1"/>
          </p:nvPr>
        </p:nvSpPr>
        <p:spPr>
          <a:xfrm>
            <a:off x="591625" y="1873100"/>
            <a:ext cx="2343600" cy="209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568" name="Google Shape;568;p9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7182184" y="1314775"/>
            <a:ext cx="1961700" cy="25188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9" name="Google Shape;569;p9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5218730" y="1314775"/>
            <a:ext cx="1961700" cy="25188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0" name="Google Shape;570;p9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3255275" y="1314775"/>
            <a:ext cx="1961700" cy="25188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8 Text and photo slide - Black">
  <p:cSld name="CUSTOM_23_1_1_2_1_1_1_1_1_1_1_1"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9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50" y="886975"/>
            <a:ext cx="7543800" cy="337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96"/>
          <p:cNvSpPr txBox="1">
            <a:spLocks noGrp="1"/>
          </p:cNvSpPr>
          <p:nvPr>
            <p:ph type="title"/>
          </p:nvPr>
        </p:nvSpPr>
        <p:spPr>
          <a:xfrm>
            <a:off x="600075" y="1144150"/>
            <a:ext cx="2335200" cy="62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74" name="Google Shape;574;p96"/>
          <p:cNvSpPr txBox="1">
            <a:spLocks noGrp="1"/>
          </p:cNvSpPr>
          <p:nvPr>
            <p:ph type="body" idx="1"/>
          </p:nvPr>
        </p:nvSpPr>
        <p:spPr>
          <a:xfrm>
            <a:off x="591625" y="1873100"/>
            <a:ext cx="2343600" cy="209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75" name="Google Shape;575;p9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7182184" y="1314775"/>
            <a:ext cx="1961700" cy="25188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6" name="Google Shape;576;p9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5218730" y="1314775"/>
            <a:ext cx="1961700" cy="25188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7" name="Google Shape;577;p9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3255275" y="1314775"/>
            <a:ext cx="1961700" cy="25188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9 Text and photo slide - 3 cards">
  <p:cSld name="CUSTOM_25_1_1_2"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97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79" name="Card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0625" y="994550"/>
            <a:ext cx="2414100" cy="3416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9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420625" y="994550"/>
            <a:ext cx="2414100" cy="1337400"/>
          </a:xfrm>
          <a:prstGeom prst="rect">
            <a:avLst/>
          </a:prstGeom>
          <a:noFill/>
          <a:ln>
            <a:noFill/>
          </a:ln>
        </p:spPr>
      </p:sp>
      <p:sp>
        <p:nvSpPr>
          <p:cNvPr id="582" name="Google Shape;582;p97"/>
          <p:cNvSpPr txBox="1">
            <a:spLocks noGrp="1"/>
          </p:cNvSpPr>
          <p:nvPr>
            <p:ph type="subTitle" idx="3"/>
          </p:nvPr>
        </p:nvSpPr>
        <p:spPr>
          <a:xfrm>
            <a:off x="631983" y="2504375"/>
            <a:ext cx="1980300" cy="261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1"/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80" name="Google Shape;580;p97"/>
          <p:cNvSpPr txBox="1">
            <a:spLocks noGrp="1"/>
          </p:cNvSpPr>
          <p:nvPr>
            <p:ph type="body" idx="1"/>
          </p:nvPr>
        </p:nvSpPr>
        <p:spPr>
          <a:xfrm>
            <a:off x="627850" y="2823950"/>
            <a:ext cx="1984500" cy="13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84" name="Card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64950" y="994550"/>
            <a:ext cx="2414100" cy="3416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9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5"/>
          </p:nvPr>
        </p:nvSpPr>
        <p:spPr>
          <a:xfrm>
            <a:off x="3364950" y="994550"/>
            <a:ext cx="2414100" cy="1337400"/>
          </a:xfrm>
          <a:prstGeom prst="rect">
            <a:avLst/>
          </a:prstGeom>
          <a:noFill/>
          <a:ln>
            <a:noFill/>
          </a:ln>
        </p:spPr>
      </p:sp>
      <p:sp>
        <p:nvSpPr>
          <p:cNvPr id="587" name="Google Shape;587;p97"/>
          <p:cNvSpPr txBox="1">
            <a:spLocks noGrp="1"/>
          </p:cNvSpPr>
          <p:nvPr>
            <p:ph type="subTitle" idx="6"/>
          </p:nvPr>
        </p:nvSpPr>
        <p:spPr>
          <a:xfrm>
            <a:off x="3576308" y="2504375"/>
            <a:ext cx="1980300" cy="261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1"/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85" name="Google Shape;585;p97"/>
          <p:cNvSpPr txBox="1">
            <a:spLocks noGrp="1"/>
          </p:cNvSpPr>
          <p:nvPr>
            <p:ph type="body" idx="4"/>
          </p:nvPr>
        </p:nvSpPr>
        <p:spPr>
          <a:xfrm>
            <a:off x="3572175" y="2823950"/>
            <a:ext cx="1984500" cy="13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88" name="Card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81850" y="994550"/>
            <a:ext cx="2414100" cy="3416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9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8"/>
          </p:nvPr>
        </p:nvSpPr>
        <p:spPr>
          <a:xfrm>
            <a:off x="6281850" y="994550"/>
            <a:ext cx="2414100" cy="13374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97"/>
          <p:cNvSpPr txBox="1">
            <a:spLocks noGrp="1"/>
          </p:cNvSpPr>
          <p:nvPr>
            <p:ph type="subTitle" idx="9"/>
          </p:nvPr>
        </p:nvSpPr>
        <p:spPr>
          <a:xfrm>
            <a:off x="6493208" y="2504375"/>
            <a:ext cx="1980300" cy="261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1"/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89" name="Google Shape;589;p97"/>
          <p:cNvSpPr txBox="1">
            <a:spLocks noGrp="1"/>
          </p:cNvSpPr>
          <p:nvPr>
            <p:ph type="body" idx="7"/>
          </p:nvPr>
        </p:nvSpPr>
        <p:spPr>
          <a:xfrm>
            <a:off x="6489075" y="2823950"/>
            <a:ext cx="1984500" cy="13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9 Text and photo slide - 4 cards">
  <p:cSld name="CUSTOM_25_1_1_2_1"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98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>
            <a:endParaRPr dirty="0"/>
          </a:p>
        </p:txBody>
      </p:sp>
      <p:sp>
        <p:nvSpPr>
          <p:cNvPr id="593" name="Card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0625" y="994550"/>
            <a:ext cx="1993500" cy="3416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9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420625" y="994550"/>
            <a:ext cx="1993500" cy="1337400"/>
          </a:xfrm>
          <a:prstGeom prst="rect">
            <a:avLst/>
          </a:prstGeom>
          <a:noFill/>
          <a:ln>
            <a:noFill/>
          </a:ln>
        </p:spPr>
      </p:sp>
      <p:sp>
        <p:nvSpPr>
          <p:cNvPr id="596" name="Google Shape;596;p98"/>
          <p:cNvSpPr txBox="1">
            <a:spLocks noGrp="1"/>
          </p:cNvSpPr>
          <p:nvPr>
            <p:ph type="subTitle" idx="3"/>
          </p:nvPr>
        </p:nvSpPr>
        <p:spPr>
          <a:xfrm>
            <a:off x="595150" y="2504375"/>
            <a:ext cx="1635300" cy="261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1"/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98"/>
          <p:cNvSpPr txBox="1">
            <a:spLocks noGrp="1"/>
          </p:cNvSpPr>
          <p:nvPr>
            <p:ph type="body" idx="1"/>
          </p:nvPr>
        </p:nvSpPr>
        <p:spPr>
          <a:xfrm>
            <a:off x="591737" y="2823950"/>
            <a:ext cx="1638600" cy="13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98" name="Card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14600" y="994550"/>
            <a:ext cx="1993500" cy="3416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9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5"/>
          </p:nvPr>
        </p:nvSpPr>
        <p:spPr>
          <a:xfrm>
            <a:off x="2514600" y="994550"/>
            <a:ext cx="1993500" cy="1337400"/>
          </a:xfrm>
          <a:prstGeom prst="rect">
            <a:avLst/>
          </a:prstGeom>
          <a:noFill/>
          <a:ln>
            <a:noFill/>
          </a:ln>
        </p:spPr>
      </p:sp>
      <p:sp>
        <p:nvSpPr>
          <p:cNvPr id="601" name="Google Shape;601;p98"/>
          <p:cNvSpPr txBox="1">
            <a:spLocks noGrp="1"/>
          </p:cNvSpPr>
          <p:nvPr>
            <p:ph type="subTitle" idx="6"/>
          </p:nvPr>
        </p:nvSpPr>
        <p:spPr>
          <a:xfrm>
            <a:off x="2689125" y="2504375"/>
            <a:ext cx="1635300" cy="261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1"/>
            </a:lvl1pPr>
            <a:lvl2pPr lvl="1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99" name="Google Shape;599;p98"/>
          <p:cNvSpPr txBox="1">
            <a:spLocks noGrp="1"/>
          </p:cNvSpPr>
          <p:nvPr>
            <p:ph type="body" idx="4"/>
          </p:nvPr>
        </p:nvSpPr>
        <p:spPr>
          <a:xfrm>
            <a:off x="2685712" y="2823950"/>
            <a:ext cx="1638600" cy="13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02" name="Card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5" y="994550"/>
            <a:ext cx="1993500" cy="3416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9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8"/>
          </p:nvPr>
        </p:nvSpPr>
        <p:spPr>
          <a:xfrm>
            <a:off x="4617725" y="994550"/>
            <a:ext cx="1993500" cy="13374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98"/>
          <p:cNvSpPr txBox="1">
            <a:spLocks noGrp="1"/>
          </p:cNvSpPr>
          <p:nvPr>
            <p:ph type="subTitle" idx="9"/>
          </p:nvPr>
        </p:nvSpPr>
        <p:spPr>
          <a:xfrm>
            <a:off x="4792250" y="2504375"/>
            <a:ext cx="1635300" cy="261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1"/>
            </a:lvl1pPr>
            <a:lvl2pPr lvl="1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03" name="Google Shape;603;p98"/>
          <p:cNvSpPr txBox="1">
            <a:spLocks noGrp="1"/>
          </p:cNvSpPr>
          <p:nvPr>
            <p:ph type="body" idx="7"/>
          </p:nvPr>
        </p:nvSpPr>
        <p:spPr>
          <a:xfrm>
            <a:off x="4788837" y="2823950"/>
            <a:ext cx="1638600" cy="13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06" name="Card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2325" y="994550"/>
            <a:ext cx="1993500" cy="3416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9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702325" y="994550"/>
            <a:ext cx="1993500" cy="13374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98"/>
          <p:cNvSpPr txBox="1">
            <a:spLocks noGrp="1"/>
          </p:cNvSpPr>
          <p:nvPr>
            <p:ph type="subTitle" idx="15"/>
          </p:nvPr>
        </p:nvSpPr>
        <p:spPr>
          <a:xfrm>
            <a:off x="6876850" y="2504375"/>
            <a:ext cx="1635300" cy="261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1"/>
            </a:lvl1pPr>
            <a:lvl2pPr lvl="1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07" name="Google Shape;607;p98"/>
          <p:cNvSpPr txBox="1">
            <a:spLocks noGrp="1"/>
          </p:cNvSpPr>
          <p:nvPr>
            <p:ph type="body" idx="13"/>
          </p:nvPr>
        </p:nvSpPr>
        <p:spPr>
          <a:xfrm>
            <a:off x="6873437" y="2823950"/>
            <a:ext cx="1638600" cy="13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10 Text and photo slide - Right" userDrawn="1">
  <p:cSld name="CUSTOM_22_1_1_1_1_1_1_2_1_1_1"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9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0" y="-9225"/>
            <a:ext cx="9144000" cy="51534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99"/>
          <p:cNvSpPr txBox="1">
            <a:spLocks noGrp="1"/>
          </p:cNvSpPr>
          <p:nvPr>
            <p:ph type="title" idx="3"/>
          </p:nvPr>
        </p:nvSpPr>
        <p:spPr>
          <a:xfrm>
            <a:off x="5356075" y="326850"/>
            <a:ext cx="3347400" cy="4827600"/>
          </a:xfrm>
          <a:prstGeom prst="rect">
            <a:avLst/>
          </a:prstGeom>
          <a:solidFill>
            <a:srgbClr val="FFFFFF">
              <a:alpha val="91060"/>
            </a:srgbClr>
          </a:solidFill>
        </p:spPr>
        <p:txBody>
          <a:bodyPr spcFirstLastPara="1" wrap="square" lIns="228600" tIns="137150" rIns="228600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14" name="Google Shape;614;p99"/>
          <p:cNvSpPr txBox="1">
            <a:spLocks noGrp="1"/>
          </p:cNvSpPr>
          <p:nvPr>
            <p:ph type="body" idx="1"/>
          </p:nvPr>
        </p:nvSpPr>
        <p:spPr>
          <a:xfrm>
            <a:off x="5594275" y="994550"/>
            <a:ext cx="2799900" cy="383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10 Text and photo slide - Left">
  <p:cSld name="CUSTOM_23_1_1_1_1_1_1_2_1_1_1"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0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0" y="-9225"/>
            <a:ext cx="9162600" cy="5163600"/>
          </a:xfrm>
          <a:prstGeom prst="rect">
            <a:avLst/>
          </a:prstGeom>
          <a:noFill/>
          <a:ln>
            <a:noFill/>
          </a:ln>
        </p:spPr>
      </p:sp>
      <p:sp>
        <p:nvSpPr>
          <p:cNvPr id="617" name="Google Shape;617;p100"/>
          <p:cNvSpPr txBox="1">
            <a:spLocks noGrp="1"/>
          </p:cNvSpPr>
          <p:nvPr>
            <p:ph type="title"/>
          </p:nvPr>
        </p:nvSpPr>
        <p:spPr>
          <a:xfrm>
            <a:off x="420275" y="326850"/>
            <a:ext cx="3347400" cy="4827600"/>
          </a:xfrm>
          <a:prstGeom prst="rect">
            <a:avLst/>
          </a:prstGeom>
          <a:solidFill>
            <a:srgbClr val="FFFFFF">
              <a:alpha val="91060"/>
            </a:srgbClr>
          </a:solidFill>
        </p:spPr>
        <p:txBody>
          <a:bodyPr spcFirstLastPara="1" wrap="square" lIns="228600" tIns="137150" rIns="228600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18" name="Google Shape;618;p100"/>
          <p:cNvSpPr txBox="1">
            <a:spLocks noGrp="1"/>
          </p:cNvSpPr>
          <p:nvPr>
            <p:ph type="body" idx="1"/>
          </p:nvPr>
        </p:nvSpPr>
        <p:spPr>
          <a:xfrm>
            <a:off x="658475" y="994550"/>
            <a:ext cx="2799900" cy="383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11 Text and photo slide - News layout">
  <p:cSld name="CUSTOM_23_1_1_1_1_1_1_2_1_3"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0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9225" y="-9225"/>
            <a:ext cx="9144000" cy="2429400"/>
          </a:xfrm>
          <a:prstGeom prst="rect">
            <a:avLst/>
          </a:prstGeom>
          <a:noFill/>
          <a:ln>
            <a:noFill/>
          </a:ln>
        </p:spPr>
      </p:sp>
      <p:sp>
        <p:nvSpPr>
          <p:cNvPr id="621" name="Google Shape;621;p101"/>
          <p:cNvSpPr txBox="1">
            <a:spLocks noGrp="1"/>
          </p:cNvSpPr>
          <p:nvPr>
            <p:ph type="title"/>
          </p:nvPr>
        </p:nvSpPr>
        <p:spPr>
          <a:xfrm>
            <a:off x="722550" y="1725450"/>
            <a:ext cx="7671600" cy="310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2875" tIns="228600" rIns="228600" bIns="22860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2" name="Google Shape;622;p101"/>
          <p:cNvSpPr txBox="1">
            <a:spLocks noGrp="1"/>
          </p:cNvSpPr>
          <p:nvPr>
            <p:ph type="body" idx="1"/>
          </p:nvPr>
        </p:nvSpPr>
        <p:spPr>
          <a:xfrm>
            <a:off x="917225" y="2482075"/>
            <a:ext cx="7282500" cy="169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 Number and stat slide options →">
  <p:cSld name="CUSTOM_23_1_1_1_1_2_1_1_1_1_1_1_1_1_1_2_1">
    <p:bg>
      <p:bgPr>
        <a:solidFill>
          <a:schemeClr val="accent5"/>
        </a:solidFill>
        <a:effectLst/>
      </p:bgPr>
    </p:bg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02"/>
          <p:cNvSpPr txBox="1"/>
          <p:nvPr/>
        </p:nvSpPr>
        <p:spPr>
          <a:xfrm>
            <a:off x="2411725" y="1574249"/>
            <a:ext cx="6288300" cy="19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chemeClr val="dk1"/>
                </a:highlight>
              </a:rPr>
              <a:t>Number and stat slides</a:t>
            </a:r>
            <a:endParaRPr sz="7200" b="1">
              <a:solidFill>
                <a:srgbClr val="FFFFFF"/>
              </a:solidFill>
              <a:highlight>
                <a:schemeClr val="dk1"/>
              </a:highlight>
            </a:endParaRPr>
          </a:p>
        </p:txBody>
      </p:sp>
      <p:sp>
        <p:nvSpPr>
          <p:cNvPr id="625" name="Google Shape;625;p10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1 Number and stat slide - 6 stats">
  <p:cSld name="CUSTOM_23_1_1_1_1_1_1_1_1_1_1_1"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04"/>
          <p:cNvSpPr txBox="1">
            <a:spLocks noGrp="1"/>
          </p:cNvSpPr>
          <p:nvPr>
            <p:ph type="title" idx="15"/>
          </p:nvPr>
        </p:nvSpPr>
        <p:spPr>
          <a:xfrm>
            <a:off x="420625" y="320050"/>
            <a:ext cx="82716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9" name="Google Shape;649;p104"/>
          <p:cNvSpPr txBox="1">
            <a:spLocks noGrp="1"/>
          </p:cNvSpPr>
          <p:nvPr>
            <p:ph type="subTitle" idx="16"/>
          </p:nvPr>
        </p:nvSpPr>
        <p:spPr>
          <a:xfrm>
            <a:off x="424450" y="756625"/>
            <a:ext cx="82716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39" name="Stat 1"/>
          <p:cNvSpPr txBox="1">
            <a:spLocks noGrp="1"/>
          </p:cNvSpPr>
          <p:nvPr>
            <p:ph type="title"/>
          </p:nvPr>
        </p:nvSpPr>
        <p:spPr>
          <a:xfrm>
            <a:off x="436825" y="1692650"/>
            <a:ext cx="2414100" cy="40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800"/>
              </a:spcBef>
              <a:spcAft>
                <a:spcPts val="80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636" name="Google Shape;636;p104"/>
          <p:cNvSpPr txBox="1">
            <a:spLocks noGrp="1"/>
          </p:cNvSpPr>
          <p:nvPr>
            <p:ph type="body" idx="1"/>
          </p:nvPr>
        </p:nvSpPr>
        <p:spPr>
          <a:xfrm>
            <a:off x="420625" y="2235000"/>
            <a:ext cx="2414100" cy="33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40" name="Stat 2"/>
          <p:cNvSpPr txBox="1">
            <a:spLocks noGrp="1"/>
          </p:cNvSpPr>
          <p:nvPr>
            <p:ph type="title" idx="4"/>
          </p:nvPr>
        </p:nvSpPr>
        <p:spPr>
          <a:xfrm>
            <a:off x="3353200" y="1692650"/>
            <a:ext cx="2414100" cy="40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800"/>
              </a:spcBef>
              <a:spcAft>
                <a:spcPts val="80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637" name="Google Shape;637;p104"/>
          <p:cNvSpPr txBox="1">
            <a:spLocks noGrp="1"/>
          </p:cNvSpPr>
          <p:nvPr>
            <p:ph type="body" idx="2"/>
          </p:nvPr>
        </p:nvSpPr>
        <p:spPr>
          <a:xfrm>
            <a:off x="3353200" y="2235000"/>
            <a:ext cx="2414100" cy="33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41" name="Stat 3"/>
          <p:cNvSpPr txBox="1">
            <a:spLocks noGrp="1"/>
          </p:cNvSpPr>
          <p:nvPr>
            <p:ph type="title" idx="5"/>
          </p:nvPr>
        </p:nvSpPr>
        <p:spPr>
          <a:xfrm>
            <a:off x="6285775" y="1692650"/>
            <a:ext cx="2414100" cy="40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800"/>
              </a:spcBef>
              <a:spcAft>
                <a:spcPts val="80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638" name="Google Shape;638;p104"/>
          <p:cNvSpPr txBox="1">
            <a:spLocks noGrp="1"/>
          </p:cNvSpPr>
          <p:nvPr>
            <p:ph type="body" idx="3"/>
          </p:nvPr>
        </p:nvSpPr>
        <p:spPr>
          <a:xfrm>
            <a:off x="6285775" y="2235000"/>
            <a:ext cx="2414100" cy="33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45" name="Stat 4"/>
          <p:cNvSpPr txBox="1">
            <a:spLocks noGrp="1"/>
          </p:cNvSpPr>
          <p:nvPr>
            <p:ph type="title" idx="9"/>
          </p:nvPr>
        </p:nvSpPr>
        <p:spPr>
          <a:xfrm>
            <a:off x="436825" y="3299500"/>
            <a:ext cx="2414100" cy="40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accent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800"/>
              </a:spcBef>
              <a:spcAft>
                <a:spcPts val="80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642" name="Google Shape;642;p104"/>
          <p:cNvSpPr txBox="1">
            <a:spLocks noGrp="1"/>
          </p:cNvSpPr>
          <p:nvPr>
            <p:ph type="body" idx="6"/>
          </p:nvPr>
        </p:nvSpPr>
        <p:spPr>
          <a:xfrm>
            <a:off x="420625" y="3841850"/>
            <a:ext cx="2414100" cy="33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46" name="Stat 5"/>
          <p:cNvSpPr txBox="1">
            <a:spLocks noGrp="1"/>
          </p:cNvSpPr>
          <p:nvPr>
            <p:ph type="title" idx="13"/>
          </p:nvPr>
        </p:nvSpPr>
        <p:spPr>
          <a:xfrm>
            <a:off x="3353200" y="3299500"/>
            <a:ext cx="2414100" cy="40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accent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800"/>
              </a:spcBef>
              <a:spcAft>
                <a:spcPts val="80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643" name="Google Shape;643;p104"/>
          <p:cNvSpPr txBox="1">
            <a:spLocks noGrp="1"/>
          </p:cNvSpPr>
          <p:nvPr>
            <p:ph type="body" idx="7"/>
          </p:nvPr>
        </p:nvSpPr>
        <p:spPr>
          <a:xfrm>
            <a:off x="3353200" y="3841850"/>
            <a:ext cx="2414100" cy="33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47" name="Stat 6"/>
          <p:cNvSpPr txBox="1">
            <a:spLocks noGrp="1"/>
          </p:cNvSpPr>
          <p:nvPr>
            <p:ph type="title" idx="14"/>
          </p:nvPr>
        </p:nvSpPr>
        <p:spPr>
          <a:xfrm>
            <a:off x="6285775" y="3299500"/>
            <a:ext cx="2414100" cy="40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accent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800"/>
              </a:spcBef>
              <a:spcAft>
                <a:spcPts val="80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644" name="Google Shape;644;p104"/>
          <p:cNvSpPr txBox="1">
            <a:spLocks noGrp="1"/>
          </p:cNvSpPr>
          <p:nvPr>
            <p:ph type="body" idx="8"/>
          </p:nvPr>
        </p:nvSpPr>
        <p:spPr>
          <a:xfrm>
            <a:off x="6285775" y="3841850"/>
            <a:ext cx="2414100" cy="33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2 Number and stat slide - 3 stats - Gold">
  <p:cSld name="CUSTOM_25_1_1">
    <p:bg>
      <p:bgPr>
        <a:solidFill>
          <a:schemeClr val="accent1"/>
        </a:solidFill>
        <a:effectLst/>
      </p:bgPr>
    </p:bg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05"/>
          <p:cNvSpPr txBox="1">
            <a:spLocks noGrp="1"/>
          </p:cNvSpPr>
          <p:nvPr>
            <p:ph type="title" idx="2"/>
          </p:nvPr>
        </p:nvSpPr>
        <p:spPr>
          <a:xfrm>
            <a:off x="420625" y="320050"/>
            <a:ext cx="8271600" cy="4365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654" name="Google Shape;654;p105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16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51" name="Google Shape;651;p10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0650" y="186975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105"/>
          <p:cNvSpPr txBox="1">
            <a:spLocks noGrp="1"/>
          </p:cNvSpPr>
          <p:nvPr>
            <p:ph type="title"/>
          </p:nvPr>
        </p:nvSpPr>
        <p:spPr>
          <a:xfrm>
            <a:off x="579775" y="199912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55" name="Google Shape;655;p105"/>
          <p:cNvSpPr txBox="1">
            <a:spLocks noGrp="1"/>
          </p:cNvSpPr>
          <p:nvPr>
            <p:ph type="body" idx="3"/>
          </p:nvPr>
        </p:nvSpPr>
        <p:spPr>
          <a:xfrm>
            <a:off x="579775" y="249117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56" name="Google Shape;656;p10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64950" y="186975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105"/>
          <p:cNvSpPr txBox="1">
            <a:spLocks noGrp="1"/>
          </p:cNvSpPr>
          <p:nvPr>
            <p:ph type="title" idx="4"/>
          </p:nvPr>
        </p:nvSpPr>
        <p:spPr>
          <a:xfrm>
            <a:off x="3524075" y="199912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58" name="Google Shape;658;p105"/>
          <p:cNvSpPr txBox="1">
            <a:spLocks noGrp="1"/>
          </p:cNvSpPr>
          <p:nvPr>
            <p:ph type="body" idx="5"/>
          </p:nvPr>
        </p:nvSpPr>
        <p:spPr>
          <a:xfrm>
            <a:off x="3524075" y="249117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59" name="Google Shape;659;p10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1075" y="186975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105"/>
          <p:cNvSpPr txBox="1">
            <a:spLocks noGrp="1"/>
          </p:cNvSpPr>
          <p:nvPr>
            <p:ph type="title" idx="6"/>
          </p:nvPr>
        </p:nvSpPr>
        <p:spPr>
          <a:xfrm>
            <a:off x="6450200" y="199912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1" name="Google Shape;661;p105"/>
          <p:cNvSpPr txBox="1">
            <a:spLocks noGrp="1"/>
          </p:cNvSpPr>
          <p:nvPr>
            <p:ph type="body" idx="7"/>
          </p:nvPr>
        </p:nvSpPr>
        <p:spPr>
          <a:xfrm>
            <a:off x="6450200" y="249117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2 Number and stat slide - 3 stats - Black">
  <p:cSld name="CUSTOM_25_1_1_3">
    <p:bg>
      <p:bgPr>
        <a:solidFill>
          <a:schemeClr val="dk1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06"/>
          <p:cNvSpPr txBox="1">
            <a:spLocks noGrp="1"/>
          </p:cNvSpPr>
          <p:nvPr>
            <p:ph type="title" idx="2"/>
          </p:nvPr>
        </p:nvSpPr>
        <p:spPr>
          <a:xfrm>
            <a:off x="420625" y="320050"/>
            <a:ext cx="8271600" cy="4365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6" name="Google Shape;666;p106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16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3" name="Google Shape;663;p10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0650" y="186975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106"/>
          <p:cNvSpPr txBox="1">
            <a:spLocks noGrp="1"/>
          </p:cNvSpPr>
          <p:nvPr>
            <p:ph type="title"/>
          </p:nvPr>
        </p:nvSpPr>
        <p:spPr>
          <a:xfrm>
            <a:off x="579775" y="199912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7" name="Google Shape;667;p106"/>
          <p:cNvSpPr txBox="1">
            <a:spLocks noGrp="1"/>
          </p:cNvSpPr>
          <p:nvPr>
            <p:ph type="body" idx="3"/>
          </p:nvPr>
        </p:nvSpPr>
        <p:spPr>
          <a:xfrm>
            <a:off x="579775" y="249117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68" name="Google Shape;668;p10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64950" y="186975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106"/>
          <p:cNvSpPr txBox="1">
            <a:spLocks noGrp="1"/>
          </p:cNvSpPr>
          <p:nvPr>
            <p:ph type="title" idx="4"/>
          </p:nvPr>
        </p:nvSpPr>
        <p:spPr>
          <a:xfrm>
            <a:off x="3524075" y="199912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0" name="Google Shape;670;p106"/>
          <p:cNvSpPr txBox="1">
            <a:spLocks noGrp="1"/>
          </p:cNvSpPr>
          <p:nvPr>
            <p:ph type="body" idx="5"/>
          </p:nvPr>
        </p:nvSpPr>
        <p:spPr>
          <a:xfrm>
            <a:off x="3524075" y="249117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71" name="Google Shape;671;p10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1075" y="186975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106"/>
          <p:cNvSpPr txBox="1">
            <a:spLocks noGrp="1"/>
          </p:cNvSpPr>
          <p:nvPr>
            <p:ph type="title" idx="6"/>
          </p:nvPr>
        </p:nvSpPr>
        <p:spPr>
          <a:xfrm>
            <a:off x="6450200" y="199912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3" name="Google Shape;673;p106"/>
          <p:cNvSpPr txBox="1">
            <a:spLocks noGrp="1"/>
          </p:cNvSpPr>
          <p:nvPr>
            <p:ph type="body" idx="7"/>
          </p:nvPr>
        </p:nvSpPr>
        <p:spPr>
          <a:xfrm>
            <a:off x="6450200" y="249117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2 Number and stat slide - 4 stats - Gold">
  <p:cSld name="CUSTOM_25_1_1_4">
    <p:bg>
      <p:bgPr>
        <a:solidFill>
          <a:schemeClr val="accent1"/>
        </a:solidFill>
        <a:effectLst/>
      </p:bgPr>
    </p:bg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107"/>
          <p:cNvSpPr txBox="1">
            <a:spLocks noGrp="1"/>
          </p:cNvSpPr>
          <p:nvPr>
            <p:ph type="title" idx="2"/>
          </p:nvPr>
        </p:nvSpPr>
        <p:spPr>
          <a:xfrm>
            <a:off x="420625" y="320050"/>
            <a:ext cx="8271600" cy="4365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8" name="Google Shape;678;p107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16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10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0650" y="1867476"/>
            <a:ext cx="19935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107"/>
          <p:cNvSpPr txBox="1">
            <a:spLocks noGrp="1"/>
          </p:cNvSpPr>
          <p:nvPr>
            <p:ph type="title"/>
          </p:nvPr>
        </p:nvSpPr>
        <p:spPr>
          <a:xfrm>
            <a:off x="552043" y="1996851"/>
            <a:ext cx="17265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9" name="Google Shape;679;p107"/>
          <p:cNvSpPr txBox="1">
            <a:spLocks noGrp="1"/>
          </p:cNvSpPr>
          <p:nvPr>
            <p:ph type="body" idx="3"/>
          </p:nvPr>
        </p:nvSpPr>
        <p:spPr>
          <a:xfrm>
            <a:off x="552043" y="2488901"/>
            <a:ext cx="17265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0" name="Google Shape;680;p10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14600" y="1867476"/>
            <a:ext cx="19935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107"/>
          <p:cNvSpPr txBox="1">
            <a:spLocks noGrp="1"/>
          </p:cNvSpPr>
          <p:nvPr>
            <p:ph type="title" idx="4"/>
          </p:nvPr>
        </p:nvSpPr>
        <p:spPr>
          <a:xfrm>
            <a:off x="2645993" y="1996851"/>
            <a:ext cx="17265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82" name="Google Shape;682;p107"/>
          <p:cNvSpPr txBox="1">
            <a:spLocks noGrp="1"/>
          </p:cNvSpPr>
          <p:nvPr>
            <p:ph type="body" idx="5"/>
          </p:nvPr>
        </p:nvSpPr>
        <p:spPr>
          <a:xfrm>
            <a:off x="2645993" y="2488901"/>
            <a:ext cx="17265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3" name="Google Shape;683;p10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5" y="1867476"/>
            <a:ext cx="19935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107"/>
          <p:cNvSpPr txBox="1">
            <a:spLocks noGrp="1"/>
          </p:cNvSpPr>
          <p:nvPr>
            <p:ph type="title" idx="6"/>
          </p:nvPr>
        </p:nvSpPr>
        <p:spPr>
          <a:xfrm>
            <a:off x="4749118" y="1996851"/>
            <a:ext cx="17265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85" name="Google Shape;685;p107"/>
          <p:cNvSpPr txBox="1">
            <a:spLocks noGrp="1"/>
          </p:cNvSpPr>
          <p:nvPr>
            <p:ph type="body" idx="7"/>
          </p:nvPr>
        </p:nvSpPr>
        <p:spPr>
          <a:xfrm>
            <a:off x="4749118" y="2488901"/>
            <a:ext cx="17265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6" name="Google Shape;686;p10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11700" y="1867476"/>
            <a:ext cx="19935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107"/>
          <p:cNvSpPr txBox="1">
            <a:spLocks noGrp="1"/>
          </p:cNvSpPr>
          <p:nvPr>
            <p:ph type="title" idx="8"/>
          </p:nvPr>
        </p:nvSpPr>
        <p:spPr>
          <a:xfrm>
            <a:off x="6843093" y="1996851"/>
            <a:ext cx="17265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88" name="Google Shape;688;p107"/>
          <p:cNvSpPr txBox="1">
            <a:spLocks noGrp="1"/>
          </p:cNvSpPr>
          <p:nvPr>
            <p:ph type="body" idx="9"/>
          </p:nvPr>
        </p:nvSpPr>
        <p:spPr>
          <a:xfrm>
            <a:off x="6843093" y="2488901"/>
            <a:ext cx="17265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2 Number and stat slide - 4 stats - Black">
  <p:cSld name="CUSTOM_25_1_1_3_1">
    <p:bg>
      <p:bgPr>
        <a:solidFill>
          <a:schemeClr val="dk1"/>
        </a:solidFill>
        <a:effectLst/>
      </p:bgPr>
    </p:bg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08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1600" cy="4365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1" name="Google Shape;691;p108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16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2" name="Google Shape;692;p10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0650" y="1867476"/>
            <a:ext cx="19935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108"/>
          <p:cNvSpPr txBox="1">
            <a:spLocks noGrp="1"/>
          </p:cNvSpPr>
          <p:nvPr>
            <p:ph type="title" idx="2"/>
          </p:nvPr>
        </p:nvSpPr>
        <p:spPr>
          <a:xfrm>
            <a:off x="552043" y="1996851"/>
            <a:ext cx="17265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94" name="Google Shape;694;p108"/>
          <p:cNvSpPr txBox="1">
            <a:spLocks noGrp="1"/>
          </p:cNvSpPr>
          <p:nvPr>
            <p:ph type="body" idx="3"/>
          </p:nvPr>
        </p:nvSpPr>
        <p:spPr>
          <a:xfrm>
            <a:off x="552043" y="2488901"/>
            <a:ext cx="17265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5" name="Google Shape;695;p10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14600" y="1867476"/>
            <a:ext cx="19935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108"/>
          <p:cNvSpPr txBox="1">
            <a:spLocks noGrp="1"/>
          </p:cNvSpPr>
          <p:nvPr>
            <p:ph type="title" idx="4"/>
          </p:nvPr>
        </p:nvSpPr>
        <p:spPr>
          <a:xfrm>
            <a:off x="2645993" y="1996851"/>
            <a:ext cx="17265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97" name="Google Shape;697;p108"/>
          <p:cNvSpPr txBox="1">
            <a:spLocks noGrp="1"/>
          </p:cNvSpPr>
          <p:nvPr>
            <p:ph type="body" idx="5"/>
          </p:nvPr>
        </p:nvSpPr>
        <p:spPr>
          <a:xfrm>
            <a:off x="2645993" y="2488901"/>
            <a:ext cx="17265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8" name="Google Shape;698;p10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5" y="1867476"/>
            <a:ext cx="19935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108"/>
          <p:cNvSpPr txBox="1">
            <a:spLocks noGrp="1"/>
          </p:cNvSpPr>
          <p:nvPr>
            <p:ph type="title" idx="6"/>
          </p:nvPr>
        </p:nvSpPr>
        <p:spPr>
          <a:xfrm>
            <a:off x="4749118" y="1996851"/>
            <a:ext cx="17265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00" name="Google Shape;700;p108"/>
          <p:cNvSpPr txBox="1">
            <a:spLocks noGrp="1"/>
          </p:cNvSpPr>
          <p:nvPr>
            <p:ph type="body" idx="7"/>
          </p:nvPr>
        </p:nvSpPr>
        <p:spPr>
          <a:xfrm>
            <a:off x="4749118" y="2488901"/>
            <a:ext cx="17265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01" name="Google Shape;701;p10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11700" y="1867476"/>
            <a:ext cx="19935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108"/>
          <p:cNvSpPr txBox="1">
            <a:spLocks noGrp="1"/>
          </p:cNvSpPr>
          <p:nvPr>
            <p:ph type="title" idx="8"/>
          </p:nvPr>
        </p:nvSpPr>
        <p:spPr>
          <a:xfrm>
            <a:off x="6843093" y="1996851"/>
            <a:ext cx="17265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03" name="Google Shape;703;p108"/>
          <p:cNvSpPr txBox="1">
            <a:spLocks noGrp="1"/>
          </p:cNvSpPr>
          <p:nvPr>
            <p:ph type="body" idx="9"/>
          </p:nvPr>
        </p:nvSpPr>
        <p:spPr>
          <a:xfrm>
            <a:off x="6843093" y="2488901"/>
            <a:ext cx="17265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2 Number and stat slide - 6 stats - Gold">
  <p:cSld name="CUSTOM_25_1_1_5">
    <p:bg>
      <p:bgPr>
        <a:solidFill>
          <a:schemeClr val="accent1"/>
        </a:solidFill>
        <a:effectLst/>
      </p:bgPr>
    </p:bg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109"/>
          <p:cNvSpPr txBox="1">
            <a:spLocks noGrp="1"/>
          </p:cNvSpPr>
          <p:nvPr>
            <p:ph type="title" idx="2"/>
          </p:nvPr>
        </p:nvSpPr>
        <p:spPr>
          <a:xfrm>
            <a:off x="420625" y="320050"/>
            <a:ext cx="8271600" cy="4365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708" name="Google Shape;708;p109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16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05" name="Google Shape;705;p10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0650" y="1165475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109"/>
          <p:cNvSpPr txBox="1">
            <a:spLocks noGrp="1"/>
          </p:cNvSpPr>
          <p:nvPr>
            <p:ph type="title"/>
          </p:nvPr>
        </p:nvSpPr>
        <p:spPr>
          <a:xfrm>
            <a:off x="579775" y="1294850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09" name="Google Shape;709;p109"/>
          <p:cNvSpPr txBox="1">
            <a:spLocks noGrp="1"/>
          </p:cNvSpPr>
          <p:nvPr>
            <p:ph type="body" idx="3"/>
          </p:nvPr>
        </p:nvSpPr>
        <p:spPr>
          <a:xfrm>
            <a:off x="579775" y="1786900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10" name="Google Shape;710;p10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64950" y="1165475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109"/>
          <p:cNvSpPr txBox="1">
            <a:spLocks noGrp="1"/>
          </p:cNvSpPr>
          <p:nvPr>
            <p:ph type="title" idx="4"/>
          </p:nvPr>
        </p:nvSpPr>
        <p:spPr>
          <a:xfrm>
            <a:off x="3524075" y="1294850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2" name="Google Shape;712;p109"/>
          <p:cNvSpPr txBox="1">
            <a:spLocks noGrp="1"/>
          </p:cNvSpPr>
          <p:nvPr>
            <p:ph type="body" idx="5"/>
          </p:nvPr>
        </p:nvSpPr>
        <p:spPr>
          <a:xfrm>
            <a:off x="3524075" y="1786900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13" name="Google Shape;713;p10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1075" y="1165475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109"/>
          <p:cNvSpPr txBox="1">
            <a:spLocks noGrp="1"/>
          </p:cNvSpPr>
          <p:nvPr>
            <p:ph type="title" idx="6"/>
          </p:nvPr>
        </p:nvSpPr>
        <p:spPr>
          <a:xfrm>
            <a:off x="6450200" y="1294850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5" name="Google Shape;715;p109"/>
          <p:cNvSpPr txBox="1">
            <a:spLocks noGrp="1"/>
          </p:cNvSpPr>
          <p:nvPr>
            <p:ph type="body" idx="7"/>
          </p:nvPr>
        </p:nvSpPr>
        <p:spPr>
          <a:xfrm>
            <a:off x="6450200" y="1786900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16" name="Google Shape;716;p10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0650" y="277235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109"/>
          <p:cNvSpPr txBox="1">
            <a:spLocks noGrp="1"/>
          </p:cNvSpPr>
          <p:nvPr>
            <p:ph type="title" idx="8"/>
          </p:nvPr>
        </p:nvSpPr>
        <p:spPr>
          <a:xfrm>
            <a:off x="579775" y="290172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8" name="Google Shape;718;p109"/>
          <p:cNvSpPr txBox="1">
            <a:spLocks noGrp="1"/>
          </p:cNvSpPr>
          <p:nvPr>
            <p:ph type="body" idx="9"/>
          </p:nvPr>
        </p:nvSpPr>
        <p:spPr>
          <a:xfrm>
            <a:off x="579775" y="339377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19" name="Google Shape;719;p10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64950" y="277235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109"/>
          <p:cNvSpPr txBox="1">
            <a:spLocks noGrp="1"/>
          </p:cNvSpPr>
          <p:nvPr>
            <p:ph type="title" idx="13"/>
          </p:nvPr>
        </p:nvSpPr>
        <p:spPr>
          <a:xfrm>
            <a:off x="3524075" y="290172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1" name="Google Shape;721;p109"/>
          <p:cNvSpPr txBox="1">
            <a:spLocks noGrp="1"/>
          </p:cNvSpPr>
          <p:nvPr>
            <p:ph type="body" idx="14"/>
          </p:nvPr>
        </p:nvSpPr>
        <p:spPr>
          <a:xfrm>
            <a:off x="3524075" y="339377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22" name="Google Shape;722;p10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1075" y="277235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109"/>
          <p:cNvSpPr txBox="1">
            <a:spLocks noGrp="1"/>
          </p:cNvSpPr>
          <p:nvPr>
            <p:ph type="title" idx="15"/>
          </p:nvPr>
        </p:nvSpPr>
        <p:spPr>
          <a:xfrm>
            <a:off x="6450200" y="290172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4" name="Google Shape;724;p109"/>
          <p:cNvSpPr txBox="1">
            <a:spLocks noGrp="1"/>
          </p:cNvSpPr>
          <p:nvPr>
            <p:ph type="body" idx="16"/>
          </p:nvPr>
        </p:nvSpPr>
        <p:spPr>
          <a:xfrm>
            <a:off x="6450200" y="339377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2 Number and stat slide - 6 stats - Black">
  <p:cSld name="CUSTOM_25_1_1_3_2">
    <p:bg>
      <p:bgPr>
        <a:solidFill>
          <a:schemeClr val="dk1"/>
        </a:solidFill>
        <a:effectLst/>
      </p:bgPr>
    </p:bg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10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1600" cy="4365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27" name="Google Shape;727;p110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16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28" name="Google Shape;728;p1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0650" y="1165475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110"/>
          <p:cNvSpPr txBox="1">
            <a:spLocks noGrp="1"/>
          </p:cNvSpPr>
          <p:nvPr>
            <p:ph type="title" idx="2"/>
          </p:nvPr>
        </p:nvSpPr>
        <p:spPr>
          <a:xfrm>
            <a:off x="579775" y="1294850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30" name="Google Shape;730;p110"/>
          <p:cNvSpPr txBox="1">
            <a:spLocks noGrp="1"/>
          </p:cNvSpPr>
          <p:nvPr>
            <p:ph type="body" idx="3"/>
          </p:nvPr>
        </p:nvSpPr>
        <p:spPr>
          <a:xfrm>
            <a:off x="579775" y="1786900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31" name="Google Shape;731;p1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64950" y="1165475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110"/>
          <p:cNvSpPr txBox="1">
            <a:spLocks noGrp="1"/>
          </p:cNvSpPr>
          <p:nvPr>
            <p:ph type="title" idx="4"/>
          </p:nvPr>
        </p:nvSpPr>
        <p:spPr>
          <a:xfrm>
            <a:off x="3524075" y="1294850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33" name="Google Shape;733;p110"/>
          <p:cNvSpPr txBox="1">
            <a:spLocks noGrp="1"/>
          </p:cNvSpPr>
          <p:nvPr>
            <p:ph type="body" idx="5"/>
          </p:nvPr>
        </p:nvSpPr>
        <p:spPr>
          <a:xfrm>
            <a:off x="3524075" y="1786900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34" name="Google Shape;734;p1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1075" y="1165475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110"/>
          <p:cNvSpPr txBox="1">
            <a:spLocks noGrp="1"/>
          </p:cNvSpPr>
          <p:nvPr>
            <p:ph type="title" idx="6"/>
          </p:nvPr>
        </p:nvSpPr>
        <p:spPr>
          <a:xfrm>
            <a:off x="6450200" y="1294850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36" name="Google Shape;736;p110"/>
          <p:cNvSpPr txBox="1">
            <a:spLocks noGrp="1"/>
          </p:cNvSpPr>
          <p:nvPr>
            <p:ph type="body" idx="7"/>
          </p:nvPr>
        </p:nvSpPr>
        <p:spPr>
          <a:xfrm>
            <a:off x="6450200" y="1786900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37" name="Google Shape;737;p1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0650" y="277235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110"/>
          <p:cNvSpPr txBox="1">
            <a:spLocks noGrp="1"/>
          </p:cNvSpPr>
          <p:nvPr>
            <p:ph type="title" idx="8"/>
          </p:nvPr>
        </p:nvSpPr>
        <p:spPr>
          <a:xfrm>
            <a:off x="579775" y="290172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39" name="Google Shape;739;p110"/>
          <p:cNvSpPr txBox="1">
            <a:spLocks noGrp="1"/>
          </p:cNvSpPr>
          <p:nvPr>
            <p:ph type="body" idx="9"/>
          </p:nvPr>
        </p:nvSpPr>
        <p:spPr>
          <a:xfrm>
            <a:off x="579775" y="339377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40" name="Google Shape;740;p1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64950" y="277235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110"/>
          <p:cNvSpPr txBox="1">
            <a:spLocks noGrp="1"/>
          </p:cNvSpPr>
          <p:nvPr>
            <p:ph type="title" idx="13"/>
          </p:nvPr>
        </p:nvSpPr>
        <p:spPr>
          <a:xfrm>
            <a:off x="3524075" y="290172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42" name="Google Shape;742;p110"/>
          <p:cNvSpPr txBox="1">
            <a:spLocks noGrp="1"/>
          </p:cNvSpPr>
          <p:nvPr>
            <p:ph type="body" idx="14"/>
          </p:nvPr>
        </p:nvSpPr>
        <p:spPr>
          <a:xfrm>
            <a:off x="3524075" y="339377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43" name="Google Shape;743;p1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1075" y="277235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110"/>
          <p:cNvSpPr txBox="1">
            <a:spLocks noGrp="1"/>
          </p:cNvSpPr>
          <p:nvPr>
            <p:ph type="title" idx="15"/>
          </p:nvPr>
        </p:nvSpPr>
        <p:spPr>
          <a:xfrm>
            <a:off x="6450200" y="290172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110"/>
          <p:cNvSpPr txBox="1">
            <a:spLocks noGrp="1"/>
          </p:cNvSpPr>
          <p:nvPr>
            <p:ph type="body" idx="16"/>
          </p:nvPr>
        </p:nvSpPr>
        <p:spPr>
          <a:xfrm>
            <a:off x="6450200" y="339377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3 Number and stat slide">
  <p:cSld name="CUSTOM_25_2_1"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111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28332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49" name="Google Shape;749;p111"/>
          <p:cNvSpPr txBox="1">
            <a:spLocks noGrp="1"/>
          </p:cNvSpPr>
          <p:nvPr>
            <p:ph type="subTitle" idx="2"/>
          </p:nvPr>
        </p:nvSpPr>
        <p:spPr>
          <a:xfrm>
            <a:off x="421935" y="756625"/>
            <a:ext cx="2833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47" name="Google Shape;747;p111"/>
          <p:cNvSpPr txBox="1">
            <a:spLocks noGrp="1"/>
          </p:cNvSpPr>
          <p:nvPr>
            <p:ph type="body" idx="1"/>
          </p:nvPr>
        </p:nvSpPr>
        <p:spPr>
          <a:xfrm>
            <a:off x="4617725" y="320050"/>
            <a:ext cx="4078200" cy="102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751" name="Google Shape;751;p111"/>
          <p:cNvSpPr txBox="1">
            <a:spLocks noGrp="1"/>
          </p:cNvSpPr>
          <p:nvPr>
            <p:ph type="subTitle" idx="4"/>
          </p:nvPr>
        </p:nvSpPr>
        <p:spPr>
          <a:xfrm>
            <a:off x="434575" y="2155025"/>
            <a:ext cx="2404800" cy="19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 lvl="1" algn="ctr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50" name="Stat 1"/>
          <p:cNvSpPr txBox="1">
            <a:spLocks noGrp="1"/>
          </p:cNvSpPr>
          <p:nvPr>
            <p:ph type="title" idx="3"/>
          </p:nvPr>
        </p:nvSpPr>
        <p:spPr>
          <a:xfrm>
            <a:off x="436825" y="2453500"/>
            <a:ext cx="24141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56" name="Google Shape;756;p111"/>
          <p:cNvSpPr txBox="1">
            <a:spLocks noGrp="1"/>
          </p:cNvSpPr>
          <p:nvPr>
            <p:ph type="body" idx="9"/>
          </p:nvPr>
        </p:nvSpPr>
        <p:spPr>
          <a:xfrm>
            <a:off x="439150" y="3230325"/>
            <a:ext cx="2395500" cy="47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ctr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753" name="Google Shape;753;p111"/>
          <p:cNvSpPr txBox="1">
            <a:spLocks noGrp="1"/>
          </p:cNvSpPr>
          <p:nvPr>
            <p:ph type="subTitle" idx="6"/>
          </p:nvPr>
        </p:nvSpPr>
        <p:spPr>
          <a:xfrm>
            <a:off x="3355850" y="2155025"/>
            <a:ext cx="2423100" cy="19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 lvl="1" algn="ctr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52" name="Stat 2"/>
          <p:cNvSpPr txBox="1">
            <a:spLocks noGrp="1"/>
          </p:cNvSpPr>
          <p:nvPr>
            <p:ph type="title" idx="5"/>
          </p:nvPr>
        </p:nvSpPr>
        <p:spPr>
          <a:xfrm>
            <a:off x="3358100" y="2453500"/>
            <a:ext cx="24231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highlight>
                  <a:schemeClr val="accent1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57" name="Google Shape;757;p111"/>
          <p:cNvSpPr txBox="1">
            <a:spLocks noGrp="1"/>
          </p:cNvSpPr>
          <p:nvPr>
            <p:ph type="body" idx="13"/>
          </p:nvPr>
        </p:nvSpPr>
        <p:spPr>
          <a:xfrm>
            <a:off x="3355850" y="3230325"/>
            <a:ext cx="2395500" cy="47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ctr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 rtl="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755" name="Google Shape;755;p111"/>
          <p:cNvSpPr txBox="1">
            <a:spLocks noGrp="1"/>
          </p:cNvSpPr>
          <p:nvPr>
            <p:ph type="subTitle" idx="8"/>
          </p:nvPr>
        </p:nvSpPr>
        <p:spPr>
          <a:xfrm>
            <a:off x="6291075" y="2155025"/>
            <a:ext cx="2404800" cy="19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 lvl="1" algn="ctr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54" name="Stat 3"/>
          <p:cNvSpPr txBox="1">
            <a:spLocks noGrp="1"/>
          </p:cNvSpPr>
          <p:nvPr>
            <p:ph type="title" idx="7"/>
          </p:nvPr>
        </p:nvSpPr>
        <p:spPr>
          <a:xfrm>
            <a:off x="6293325" y="2453500"/>
            <a:ext cx="24024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highlight>
                  <a:schemeClr val="accent1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58" name="Google Shape;758;p111"/>
          <p:cNvSpPr txBox="1">
            <a:spLocks noGrp="1"/>
          </p:cNvSpPr>
          <p:nvPr>
            <p:ph type="body" idx="14"/>
          </p:nvPr>
        </p:nvSpPr>
        <p:spPr>
          <a:xfrm>
            <a:off x="6291075" y="3230325"/>
            <a:ext cx="2395500" cy="47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ctr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 rtl="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cxnSp>
        <p:nvCxnSpPr>
          <p:cNvPr id="759" name="Google Shape;759;p1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091500" y="2155025"/>
            <a:ext cx="0" cy="15651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0" name="Google Shape;760;p1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32875" y="2155025"/>
            <a:ext cx="0" cy="15651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 Quote slide options →">
  <p:cSld name="CUSTOM_23_1_1_1_1_2_1_1_1_1_1_1_1_1_1_2">
    <p:bg>
      <p:bgPr>
        <a:solidFill>
          <a:schemeClr val="accent5"/>
        </a:solidFill>
        <a:effectLst/>
      </p:bgPr>
    </p:bg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12"/>
          <p:cNvSpPr txBox="1"/>
          <p:nvPr/>
        </p:nvSpPr>
        <p:spPr>
          <a:xfrm>
            <a:off x="2411725" y="2070724"/>
            <a:ext cx="62883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chemeClr val="dk1"/>
                </a:highlight>
              </a:rPr>
              <a:t>Quote slides</a:t>
            </a:r>
            <a:endParaRPr sz="7200" b="1">
              <a:solidFill>
                <a:srgbClr val="FFFFFF"/>
              </a:solidFill>
              <a:highlight>
                <a:schemeClr val="dk1"/>
              </a:highlight>
            </a:endParaRPr>
          </a:p>
        </p:txBody>
      </p:sp>
      <p:sp>
        <p:nvSpPr>
          <p:cNvPr id="763" name="Google Shape;763;p1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1 Quote slide - White">
  <p:cSld name="CUSTOM_23_1_1_2_1_1_1_1_1_1_1_1_1_1"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113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2pPr>
            <a:lvl3pPr lvl="2" rtl="0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5pPr>
            <a:lvl6pPr lvl="5" rtl="0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6pPr>
            <a:lvl7pPr lvl="6" rtl="0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7pPr>
            <a:lvl8pPr lvl="7" rtl="0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8pPr>
            <a:lvl9pPr lvl="8" rtl="0">
              <a:spcBef>
                <a:spcPts val="800"/>
              </a:spcBef>
              <a:spcAft>
                <a:spcPts val="800"/>
              </a:spcAft>
              <a:buSzPts val="2800"/>
              <a:buNone/>
              <a:defRPr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767" name="Google Shape;767;p113"/>
          <p:cNvSpPr txBox="1">
            <a:spLocks noGrp="1"/>
          </p:cNvSpPr>
          <p:nvPr>
            <p:ph type="subTitle" idx="2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768" name="Google Shape;768;p113" descr="Open quotation mark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0625" y="1434425"/>
            <a:ext cx="740675" cy="607773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113"/>
          <p:cNvSpPr txBox="1">
            <a:spLocks noGrp="1"/>
          </p:cNvSpPr>
          <p:nvPr>
            <p:ph type="body" idx="1"/>
          </p:nvPr>
        </p:nvSpPr>
        <p:spPr>
          <a:xfrm>
            <a:off x="1261875" y="1721376"/>
            <a:ext cx="5762700" cy="20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b="1"/>
            </a:lvl1pPr>
            <a:lvl2pPr marL="914400" lvl="1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2pPr>
            <a:lvl3pPr marL="1371600" lvl="2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 b="1"/>
            </a:lvl3pPr>
            <a:lvl4pPr marL="1828800" lvl="3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 b="1"/>
            </a:lvl4pPr>
            <a:lvl5pPr marL="2286000" lvl="4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5pPr>
            <a:lvl6pPr marL="2743200" lvl="5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 b="1"/>
            </a:lvl6pPr>
            <a:lvl7pPr marL="3200400" lvl="6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 b="1"/>
            </a:lvl7pPr>
            <a:lvl8pPr marL="3657600" lvl="7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8pPr>
            <a:lvl9pPr marL="4114800" lvl="8" indent="-330200" rtl="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1 Quote slide - Black">
  <p:cSld name="CUSTOM_23_1_1_2_1_1_1_1_1_1_1_1_1_1_1">
    <p:bg>
      <p:bgPr>
        <a:solidFill>
          <a:schemeClr val="dk1"/>
        </a:solidFill>
        <a:effectLst/>
      </p:bgPr>
    </p:bg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114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772" name="Google Shape;772;p114"/>
          <p:cNvSpPr txBox="1">
            <a:spLocks noGrp="1"/>
          </p:cNvSpPr>
          <p:nvPr>
            <p:ph type="subTitle" idx="2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l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773" name="Google Shape;773;p114" descr="Open quotation mark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0625" y="1434425"/>
            <a:ext cx="740675" cy="607773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114"/>
          <p:cNvSpPr txBox="1">
            <a:spLocks noGrp="1"/>
          </p:cNvSpPr>
          <p:nvPr>
            <p:ph type="body" idx="1"/>
          </p:nvPr>
        </p:nvSpPr>
        <p:spPr>
          <a:xfrm>
            <a:off x="1261875" y="1721376"/>
            <a:ext cx="5762700" cy="20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b="1"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b="1"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b="1"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b="1"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b="1"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b="1"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b="1"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b="1"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2 Quote slide - White">
  <p:cSld name="CUSTOM_23_1_1_2_1_1_1_1_1_1_1_1_1_1_4"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116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782" name="Google Shape;782;p116"/>
          <p:cNvSpPr txBox="1">
            <a:spLocks noGrp="1"/>
          </p:cNvSpPr>
          <p:nvPr>
            <p:ph type="subTitle" idx="2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84" name="Google Shape;784;p116"/>
          <p:cNvSpPr txBox="1"/>
          <p:nvPr/>
        </p:nvSpPr>
        <p:spPr>
          <a:xfrm>
            <a:off x="2761168" y="882234"/>
            <a:ext cx="11190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n" sz="115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1500" b="1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116"/>
          <p:cNvSpPr txBox="1">
            <a:spLocks noGrp="1"/>
          </p:cNvSpPr>
          <p:nvPr>
            <p:ph type="body" idx="1"/>
          </p:nvPr>
        </p:nvSpPr>
        <p:spPr>
          <a:xfrm>
            <a:off x="2935225" y="1927100"/>
            <a:ext cx="5760600" cy="20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b="1"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 b="1"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 b="1"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 b="1"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 b="1"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 b="1"/>
            </a:lvl9pPr>
          </a:lstStyle>
          <a:p>
            <a:endParaRPr/>
          </a:p>
        </p:txBody>
      </p:sp>
      <p:sp>
        <p:nvSpPr>
          <p:cNvPr id="783" name="Google Shape;783;p1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640075" y="1586948"/>
            <a:ext cx="1773900" cy="17739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2 Quote slide - Black">
  <p:cSld name="CUSTOM_23_1_1_2_1_1_1_1_1_1_1_1_1_1_4_1">
    <p:bg>
      <p:bgPr>
        <a:solidFill>
          <a:schemeClr val="dk1"/>
        </a:solidFill>
        <a:effectLst/>
      </p:bgPr>
    </p:bg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17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790" name="Google Shape;790;p117"/>
          <p:cNvSpPr txBox="1">
            <a:spLocks noGrp="1"/>
          </p:cNvSpPr>
          <p:nvPr>
            <p:ph type="subTitle" idx="3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l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88" name="Google Shape;788;p117"/>
          <p:cNvSpPr txBox="1"/>
          <p:nvPr/>
        </p:nvSpPr>
        <p:spPr>
          <a:xfrm>
            <a:off x="2761168" y="882234"/>
            <a:ext cx="11190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n" sz="115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1500" b="1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117"/>
          <p:cNvSpPr txBox="1">
            <a:spLocks noGrp="1"/>
          </p:cNvSpPr>
          <p:nvPr>
            <p:ph type="body" idx="1"/>
          </p:nvPr>
        </p:nvSpPr>
        <p:spPr>
          <a:xfrm>
            <a:off x="2935225" y="1927100"/>
            <a:ext cx="5760600" cy="20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b="1"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b="1"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b="1"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b="1"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b="1"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b="1"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b="1"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b="1"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7" name="Google Shape;787;p1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640075" y="1586948"/>
            <a:ext cx="1773900" cy="17739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2 Quote slide - Gold">
  <p:cSld name="CUSTOM_23_1_1_2_1_1_1_1_1_1_1_1_1_1_4_2">
    <p:bg>
      <p:bgPr>
        <a:solidFill>
          <a:schemeClr val="accent1"/>
        </a:solidFill>
        <a:effectLst/>
      </p:bgPr>
    </p:bg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118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794" name="Google Shape;794;p118"/>
          <p:cNvSpPr txBox="1">
            <a:spLocks noGrp="1"/>
          </p:cNvSpPr>
          <p:nvPr>
            <p:ph type="subTitle" idx="2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l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96" name="Google Shape;796;p118"/>
          <p:cNvSpPr txBox="1"/>
          <p:nvPr/>
        </p:nvSpPr>
        <p:spPr>
          <a:xfrm>
            <a:off x="2761168" y="882234"/>
            <a:ext cx="11190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n" sz="1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15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118"/>
          <p:cNvSpPr txBox="1">
            <a:spLocks noGrp="1"/>
          </p:cNvSpPr>
          <p:nvPr>
            <p:ph type="body" idx="1"/>
          </p:nvPr>
        </p:nvSpPr>
        <p:spPr>
          <a:xfrm>
            <a:off x="2935225" y="1927100"/>
            <a:ext cx="5760600" cy="20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b="1"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 b="1"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 b="1"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 b="1"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 b="1"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 b="1"/>
            </a:lvl9pPr>
          </a:lstStyle>
          <a:p>
            <a:endParaRPr/>
          </a:p>
        </p:txBody>
      </p:sp>
      <p:sp>
        <p:nvSpPr>
          <p:cNvPr id="795" name="Google Shape;795;p1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640075" y="1586948"/>
            <a:ext cx="1773900" cy="17739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 Photo slide options →">
  <p:cSld name="CUSTOM_23_1_1_1_1_2_1_1_1_1_1_1_1_1_1_3_1">
    <p:bg>
      <p:bgPr>
        <a:solidFill>
          <a:schemeClr val="accent5"/>
        </a:solidFill>
        <a:effectLst/>
      </p:bgPr>
    </p:bg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19"/>
          <p:cNvSpPr txBox="1"/>
          <p:nvPr/>
        </p:nvSpPr>
        <p:spPr>
          <a:xfrm>
            <a:off x="2411725" y="2073000"/>
            <a:ext cx="67323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chemeClr val="dk1"/>
                </a:highlight>
              </a:rPr>
              <a:t>Photo slides</a:t>
            </a:r>
            <a:endParaRPr sz="7200" b="1">
              <a:solidFill>
                <a:srgbClr val="FFFFFF"/>
              </a:solidFill>
              <a:highlight>
                <a:schemeClr val="dk1"/>
              </a:highlight>
            </a:endParaRPr>
          </a:p>
        </p:txBody>
      </p:sp>
      <p:sp>
        <p:nvSpPr>
          <p:cNvPr id="799" name="Google Shape;799;p1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.1 Photo slide - Background">
  <p:cSld name="CUSTOM_28"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20" descr="Large photo"/>
          <p:cNvSpPr>
            <a:spLocks noGrp="1"/>
          </p:cNvSpPr>
          <p:nvPr>
            <p:ph type="pic" idx="2"/>
          </p:nvPr>
        </p:nvSpPr>
        <p:spPr>
          <a:xfrm>
            <a:off x="-29300" y="-30900"/>
            <a:ext cx="9182400" cy="516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.1 Photo slide - Grid">
  <p:cSld name="CUSTOM_23_1_1_1_2"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121"/>
          <p:cNvSpPr>
            <a:spLocks noGrp="1"/>
          </p:cNvSpPr>
          <p:nvPr>
            <p:ph type="pic" idx="2"/>
          </p:nvPr>
        </p:nvSpPr>
        <p:spPr>
          <a:xfrm>
            <a:off x="63" y="13"/>
            <a:ext cx="2202600" cy="2515200"/>
          </a:xfrm>
          <a:prstGeom prst="rect">
            <a:avLst/>
          </a:prstGeom>
          <a:noFill/>
          <a:ln>
            <a:noFill/>
          </a:ln>
        </p:spPr>
      </p:sp>
      <p:sp>
        <p:nvSpPr>
          <p:cNvPr id="804" name="Google Shape;804;p121"/>
          <p:cNvSpPr>
            <a:spLocks noGrp="1"/>
          </p:cNvSpPr>
          <p:nvPr>
            <p:ph type="pic" idx="3"/>
          </p:nvPr>
        </p:nvSpPr>
        <p:spPr>
          <a:xfrm>
            <a:off x="63" y="2617758"/>
            <a:ext cx="2202600" cy="2525700"/>
          </a:xfrm>
          <a:prstGeom prst="rect">
            <a:avLst/>
          </a:prstGeom>
          <a:noFill/>
          <a:ln>
            <a:noFill/>
          </a:ln>
        </p:spPr>
      </p:sp>
      <p:sp>
        <p:nvSpPr>
          <p:cNvPr id="805" name="Google Shape;805;p121"/>
          <p:cNvSpPr>
            <a:spLocks noGrp="1"/>
          </p:cNvSpPr>
          <p:nvPr>
            <p:ph type="pic" idx="4"/>
          </p:nvPr>
        </p:nvSpPr>
        <p:spPr>
          <a:xfrm>
            <a:off x="2313818" y="13"/>
            <a:ext cx="2202600" cy="2515200"/>
          </a:xfrm>
          <a:prstGeom prst="rect">
            <a:avLst/>
          </a:prstGeom>
          <a:noFill/>
          <a:ln>
            <a:noFill/>
          </a:ln>
        </p:spPr>
      </p:sp>
      <p:sp>
        <p:nvSpPr>
          <p:cNvPr id="806" name="Google Shape;806;p121"/>
          <p:cNvSpPr>
            <a:spLocks noGrp="1"/>
          </p:cNvSpPr>
          <p:nvPr>
            <p:ph type="pic" idx="5"/>
          </p:nvPr>
        </p:nvSpPr>
        <p:spPr>
          <a:xfrm>
            <a:off x="2313818" y="2617758"/>
            <a:ext cx="2202600" cy="2525700"/>
          </a:xfrm>
          <a:prstGeom prst="rect">
            <a:avLst/>
          </a:prstGeom>
          <a:noFill/>
          <a:ln>
            <a:noFill/>
          </a:ln>
        </p:spPr>
      </p:sp>
      <p:sp>
        <p:nvSpPr>
          <p:cNvPr id="807" name="Google Shape;807;p121"/>
          <p:cNvSpPr>
            <a:spLocks noGrp="1"/>
          </p:cNvSpPr>
          <p:nvPr>
            <p:ph type="pic" idx="6"/>
          </p:nvPr>
        </p:nvSpPr>
        <p:spPr>
          <a:xfrm>
            <a:off x="4627573" y="13"/>
            <a:ext cx="2202600" cy="2515200"/>
          </a:xfrm>
          <a:prstGeom prst="rect">
            <a:avLst/>
          </a:prstGeom>
          <a:noFill/>
          <a:ln>
            <a:noFill/>
          </a:ln>
        </p:spPr>
      </p:sp>
      <p:sp>
        <p:nvSpPr>
          <p:cNvPr id="808" name="Google Shape;808;p121"/>
          <p:cNvSpPr>
            <a:spLocks noGrp="1"/>
          </p:cNvSpPr>
          <p:nvPr>
            <p:ph type="pic" idx="7"/>
          </p:nvPr>
        </p:nvSpPr>
        <p:spPr>
          <a:xfrm>
            <a:off x="4627573" y="2617758"/>
            <a:ext cx="2202600" cy="2525700"/>
          </a:xfrm>
          <a:prstGeom prst="rect">
            <a:avLst/>
          </a:prstGeom>
          <a:noFill/>
          <a:ln>
            <a:noFill/>
          </a:ln>
        </p:spPr>
      </p:sp>
      <p:sp>
        <p:nvSpPr>
          <p:cNvPr id="809" name="Google Shape;809;p121"/>
          <p:cNvSpPr>
            <a:spLocks noGrp="1"/>
          </p:cNvSpPr>
          <p:nvPr>
            <p:ph type="pic" idx="8"/>
          </p:nvPr>
        </p:nvSpPr>
        <p:spPr>
          <a:xfrm>
            <a:off x="6941328" y="13"/>
            <a:ext cx="2202600" cy="2515200"/>
          </a:xfrm>
          <a:prstGeom prst="rect">
            <a:avLst/>
          </a:prstGeom>
          <a:noFill/>
          <a:ln>
            <a:noFill/>
          </a:ln>
        </p:spPr>
      </p:sp>
      <p:sp>
        <p:nvSpPr>
          <p:cNvPr id="810" name="Google Shape;810;p121"/>
          <p:cNvSpPr>
            <a:spLocks noGrp="1"/>
          </p:cNvSpPr>
          <p:nvPr>
            <p:ph type="pic" idx="9"/>
          </p:nvPr>
        </p:nvSpPr>
        <p:spPr>
          <a:xfrm>
            <a:off x="6941328" y="2617758"/>
            <a:ext cx="2202600" cy="2525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.1 Photo slide - Mosaic">
  <p:cSld name="CUSTOM_23_1_1_1_2_1"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122"/>
          <p:cNvSpPr>
            <a:spLocks noGrp="1"/>
          </p:cNvSpPr>
          <p:nvPr>
            <p:ph type="pic" idx="2"/>
          </p:nvPr>
        </p:nvSpPr>
        <p:spPr>
          <a:xfrm>
            <a:off x="-10414" y="2136"/>
            <a:ext cx="2623800" cy="1675800"/>
          </a:xfrm>
          <a:prstGeom prst="rect">
            <a:avLst/>
          </a:prstGeom>
          <a:noFill/>
          <a:ln>
            <a:noFill/>
          </a:ln>
        </p:spPr>
      </p:sp>
      <p:sp>
        <p:nvSpPr>
          <p:cNvPr id="813" name="Google Shape;813;p122"/>
          <p:cNvSpPr>
            <a:spLocks noGrp="1"/>
          </p:cNvSpPr>
          <p:nvPr>
            <p:ph type="pic" idx="3"/>
          </p:nvPr>
        </p:nvSpPr>
        <p:spPr>
          <a:xfrm>
            <a:off x="-10425" y="1746100"/>
            <a:ext cx="2623800" cy="3397500"/>
          </a:xfrm>
          <a:prstGeom prst="rect">
            <a:avLst/>
          </a:prstGeom>
          <a:noFill/>
          <a:ln>
            <a:noFill/>
          </a:ln>
        </p:spPr>
      </p:sp>
      <p:sp>
        <p:nvSpPr>
          <p:cNvPr id="814" name="Google Shape;814;p122"/>
          <p:cNvSpPr>
            <a:spLocks noGrp="1"/>
          </p:cNvSpPr>
          <p:nvPr>
            <p:ph type="pic" idx="4"/>
          </p:nvPr>
        </p:nvSpPr>
        <p:spPr>
          <a:xfrm>
            <a:off x="2682550" y="1458075"/>
            <a:ext cx="3327600" cy="1675800"/>
          </a:xfrm>
          <a:prstGeom prst="rect">
            <a:avLst/>
          </a:prstGeom>
          <a:noFill/>
          <a:ln>
            <a:noFill/>
          </a:ln>
        </p:spPr>
      </p:sp>
      <p:sp>
        <p:nvSpPr>
          <p:cNvPr id="815" name="Google Shape;815;p122"/>
          <p:cNvSpPr>
            <a:spLocks noGrp="1"/>
          </p:cNvSpPr>
          <p:nvPr>
            <p:ph type="pic" idx="5"/>
          </p:nvPr>
        </p:nvSpPr>
        <p:spPr>
          <a:xfrm>
            <a:off x="2682544" y="2136"/>
            <a:ext cx="1749300" cy="1393200"/>
          </a:xfrm>
          <a:prstGeom prst="rect">
            <a:avLst/>
          </a:prstGeom>
          <a:noFill/>
          <a:ln>
            <a:noFill/>
          </a:ln>
        </p:spPr>
      </p:sp>
      <p:sp>
        <p:nvSpPr>
          <p:cNvPr id="816" name="Google Shape;816;p122"/>
          <p:cNvSpPr>
            <a:spLocks noGrp="1"/>
          </p:cNvSpPr>
          <p:nvPr>
            <p:ph type="pic" idx="6"/>
          </p:nvPr>
        </p:nvSpPr>
        <p:spPr>
          <a:xfrm>
            <a:off x="4490588" y="2136"/>
            <a:ext cx="1519500" cy="1393200"/>
          </a:xfrm>
          <a:prstGeom prst="rect">
            <a:avLst/>
          </a:prstGeom>
          <a:noFill/>
          <a:ln>
            <a:noFill/>
          </a:ln>
        </p:spPr>
      </p:sp>
      <p:sp>
        <p:nvSpPr>
          <p:cNvPr id="817" name="Google Shape;817;p122"/>
          <p:cNvSpPr>
            <a:spLocks noGrp="1"/>
          </p:cNvSpPr>
          <p:nvPr>
            <p:ph type="pic" idx="7"/>
          </p:nvPr>
        </p:nvSpPr>
        <p:spPr>
          <a:xfrm>
            <a:off x="6068831" y="2136"/>
            <a:ext cx="1560600" cy="3131700"/>
          </a:xfrm>
          <a:prstGeom prst="rect">
            <a:avLst/>
          </a:prstGeom>
          <a:noFill/>
          <a:ln>
            <a:noFill/>
          </a:ln>
        </p:spPr>
      </p:sp>
      <p:sp>
        <p:nvSpPr>
          <p:cNvPr id="818" name="Google Shape;818;p122"/>
          <p:cNvSpPr>
            <a:spLocks noGrp="1"/>
          </p:cNvSpPr>
          <p:nvPr>
            <p:ph type="pic" idx="8"/>
          </p:nvPr>
        </p:nvSpPr>
        <p:spPr>
          <a:xfrm>
            <a:off x="7688175" y="2136"/>
            <a:ext cx="1455900" cy="3131700"/>
          </a:xfrm>
          <a:prstGeom prst="rect">
            <a:avLst/>
          </a:prstGeom>
          <a:noFill/>
          <a:ln>
            <a:noFill/>
          </a:ln>
        </p:spPr>
      </p:sp>
      <p:sp>
        <p:nvSpPr>
          <p:cNvPr id="819" name="Google Shape;819;p122"/>
          <p:cNvSpPr>
            <a:spLocks noGrp="1"/>
          </p:cNvSpPr>
          <p:nvPr>
            <p:ph type="pic" idx="9"/>
          </p:nvPr>
        </p:nvSpPr>
        <p:spPr>
          <a:xfrm>
            <a:off x="2682550" y="3186300"/>
            <a:ext cx="6461400" cy="19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0 Blank slides: brand color options →">
  <p:cSld name="CUSTOM_23_1_1_1_1_2_1_1_1_1_1_1_1_1_1">
    <p:bg>
      <p:bgPr>
        <a:solidFill>
          <a:schemeClr val="accent5"/>
        </a:solidFill>
        <a:effectLst/>
      </p:bgPr>
    </p:bg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23"/>
          <p:cNvSpPr txBox="1"/>
          <p:nvPr/>
        </p:nvSpPr>
        <p:spPr>
          <a:xfrm>
            <a:off x="2411725" y="1574250"/>
            <a:ext cx="6732300" cy="19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chemeClr val="dk1"/>
                </a:highlight>
              </a:rPr>
              <a:t>Blank slides: brand colors</a:t>
            </a:r>
            <a:endParaRPr sz="7200" b="1">
              <a:solidFill>
                <a:srgbClr val="FFFFFF"/>
              </a:solidFill>
              <a:highlight>
                <a:schemeClr val="dk1"/>
              </a:highlight>
            </a:endParaRPr>
          </a:p>
        </p:txBody>
      </p:sp>
      <p:sp>
        <p:nvSpPr>
          <p:cNvPr id="822" name="Google Shape;822;p1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1 Blank slides: brand colors - Gold">
  <p:cSld name="CUSTOM_27_1">
    <p:bg>
      <p:bgPr>
        <a:solidFill>
          <a:schemeClr val="accent1"/>
        </a:solidFill>
        <a:effectLst/>
      </p:bgPr>
    </p:bg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1 Blank slides: brand colors - Maroon">
  <p:cSld name="CUSTOM_26_1">
    <p:bg>
      <p:bgPr>
        <a:solidFill>
          <a:schemeClr val="accent2"/>
        </a:solidFill>
        <a:effectLst/>
      </p:bgPr>
    </p:bg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2 Blank slides: brand colors - White">
  <p:cSld name="CUSTOM_23_1_1_2_1_1_1_1_1_1_1_1_1_1_1_2"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128" descr="Arizona State University logo"/>
          <p:cNvPicPr preferRelativeResize="0"/>
          <p:nvPr/>
        </p:nvPicPr>
        <p:blipFill rotWithShape="1">
          <a:blip r:embed="rId2">
            <a:alphaModFix/>
          </a:blip>
          <a:srcRect r="57818"/>
          <a:stretch/>
        </p:blipFill>
        <p:spPr>
          <a:xfrm>
            <a:off x="7867711" y="4336142"/>
            <a:ext cx="989550" cy="651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2 Blank slides: brand colors - Black">
  <p:cSld name="CUSTOM_22_1_1_1_1_1_1_1_1_1_1_1_1_1_1_1">
    <p:bg>
      <p:bgPr>
        <a:solidFill>
          <a:schemeClr val="dk1"/>
        </a:solidFill>
        <a:effectLst/>
      </p:bgPr>
    </p:bg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0" name="Google Shape;830;p129" descr="Arizona State University logo"/>
          <p:cNvPicPr preferRelativeResize="0"/>
          <p:nvPr/>
        </p:nvPicPr>
        <p:blipFill rotWithShape="1">
          <a:blip r:embed="rId2">
            <a:alphaModFix/>
          </a:blip>
          <a:srcRect l="7060" t="13180" r="5884" b="8919"/>
          <a:stretch/>
        </p:blipFill>
        <p:spPr>
          <a:xfrm>
            <a:off x="7964425" y="4428975"/>
            <a:ext cx="930449" cy="48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2 Blank slides: brand colors - Gold">
  <p:cSld name="CUSTOM_23_1_1_1_1_1_1_1_1_1_1_1_1_1_1_1">
    <p:bg>
      <p:bgPr>
        <a:solidFill>
          <a:schemeClr val="accent1"/>
        </a:solidFill>
        <a:effectLst/>
      </p:bgPr>
    </p:bg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p130" descr="Arizona State University logo"/>
          <p:cNvPicPr preferRelativeResize="0"/>
          <p:nvPr/>
        </p:nvPicPr>
        <p:blipFill rotWithShape="1">
          <a:blip r:embed="rId2">
            <a:alphaModFix/>
          </a:blip>
          <a:srcRect r="57818"/>
          <a:stretch/>
        </p:blipFill>
        <p:spPr>
          <a:xfrm>
            <a:off x="7867711" y="4336142"/>
            <a:ext cx="989550" cy="651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2 Blank slides: brand colors - Maroon">
  <p:cSld name="CUSTOM_23_1_1_1_1_2_1_1_1_1_1_1_1_1_1_1">
    <p:bg>
      <p:bgPr>
        <a:solidFill>
          <a:schemeClr val="accent2"/>
        </a:solidFill>
        <a:effectLst/>
      </p:bgPr>
    </p:bg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4" name="Google Shape;834;p131" descr="Arizona State University logo"/>
          <p:cNvPicPr preferRelativeResize="0"/>
          <p:nvPr/>
        </p:nvPicPr>
        <p:blipFill rotWithShape="1">
          <a:blip r:embed="rId2">
            <a:alphaModFix/>
          </a:blip>
          <a:srcRect l="7060" t="13180" r="5884" b="8919"/>
          <a:stretch/>
        </p:blipFill>
        <p:spPr>
          <a:xfrm>
            <a:off x="7964425" y="4428975"/>
            <a:ext cx="930449" cy="48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2 Blank slides: brand colors - Photo">
  <p:cSld name="CUSTOM_23_1_1_2_1_1_1_1_1_1_1_1_1_1_1_1"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132"/>
          <p:cNvSpPr>
            <a:spLocks noGrp="1"/>
          </p:cNvSpPr>
          <p:nvPr>
            <p:ph type="pic" idx="2"/>
          </p:nvPr>
        </p:nvSpPr>
        <p:spPr>
          <a:xfrm>
            <a:off x="-47625" y="-41200"/>
            <a:ext cx="9201000" cy="51756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837" name="Google Shape;837;p132" descr="Arizona State University logo"/>
          <p:cNvGrpSpPr/>
          <p:nvPr/>
        </p:nvGrpSpPr>
        <p:grpSpPr>
          <a:xfrm>
            <a:off x="7867711" y="4336142"/>
            <a:ext cx="1295214" cy="651102"/>
            <a:chOff x="7867711" y="4336142"/>
            <a:chExt cx="1295214" cy="651102"/>
          </a:xfrm>
        </p:grpSpPr>
        <p:sp>
          <p:nvSpPr>
            <p:cNvPr id="838" name="Google Shape;838;p132"/>
            <p:cNvSpPr/>
            <p:nvPr/>
          </p:nvSpPr>
          <p:spPr>
            <a:xfrm>
              <a:off x="7878325" y="4399875"/>
              <a:ext cx="1284600" cy="5409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39" name="Google Shape;839;p132" descr="ASU_Horiz_RGB_Digital_MaroonGold.png"/>
            <p:cNvPicPr preferRelativeResize="0"/>
            <p:nvPr/>
          </p:nvPicPr>
          <p:blipFill rotWithShape="1">
            <a:blip r:embed="rId2">
              <a:alphaModFix/>
            </a:blip>
            <a:srcRect r="57818"/>
            <a:stretch/>
          </p:blipFill>
          <p:spPr>
            <a:xfrm>
              <a:off x="7867711" y="4336142"/>
              <a:ext cx="989550" cy="65110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3 Blank slides: brand pattern options →">
  <p:cSld name="CUSTOM_23_1_1_1_1_2_1_1_1_1_1_1_1_1_1_3">
    <p:bg>
      <p:bgPr>
        <a:solidFill>
          <a:schemeClr val="accent5"/>
        </a:solidFill>
        <a:effectLst/>
      </p:bgPr>
    </p:bg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33"/>
          <p:cNvSpPr txBox="1"/>
          <p:nvPr/>
        </p:nvSpPr>
        <p:spPr>
          <a:xfrm>
            <a:off x="2411725" y="1574250"/>
            <a:ext cx="6732300" cy="19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chemeClr val="dk1"/>
                </a:highlight>
              </a:rPr>
              <a:t>Blank slides: brand patterns</a:t>
            </a:r>
            <a:endParaRPr sz="7200" b="1">
              <a:solidFill>
                <a:srgbClr val="FFFFFF"/>
              </a:solidFill>
              <a:highlight>
                <a:schemeClr val="dk1"/>
              </a:highlight>
            </a:endParaRPr>
          </a:p>
        </p:txBody>
      </p:sp>
      <p:sp>
        <p:nvSpPr>
          <p:cNvPr id="842" name="Google Shape;842;p1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4 Blank slides: brand pattern - Topo - White">
  <p:cSld name="CUSTOM_22_1_1_1_1_1_1_1_1_1_1_1_1_1_1_1_1"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4" name="Google Shape;844;p1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9" r="29"/>
          <a:stretch/>
        </p:blipFill>
        <p:spPr>
          <a:xfrm>
            <a:off x="0" y="-2225"/>
            <a:ext cx="9144003" cy="5147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4 Blank slides: brand pattern - Topo - Black">
  <p:cSld name="CUSTOM_23_1_1_2_1_1_1_1_1_1_1_1_1_1_1_1_1_2_1">
    <p:bg>
      <p:bgPr>
        <a:solidFill>
          <a:schemeClr val="dk1"/>
        </a:solidFill>
        <a:effectLst/>
      </p:bgPr>
    </p:bg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6" name="Google Shape;846;p1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39" r="49"/>
          <a:stretch/>
        </p:blipFill>
        <p:spPr>
          <a:xfrm>
            <a:off x="0" y="-5587"/>
            <a:ext cx="9144003" cy="5150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4 Blank slides: brand pattern - Morse Code - White">
  <p:cSld name="CUSTOM_23_1_1_1_1_1_1_1_1_1_1_1_1_1_1_1_1"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8" name="Google Shape;848;p1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49" r="49"/>
          <a:stretch/>
        </p:blipFill>
        <p:spPr>
          <a:xfrm>
            <a:off x="0" y="-2225"/>
            <a:ext cx="9144003" cy="5145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4 Blank slides: brand pattern - Morse Code - Black">
  <p:cSld name="CUSTOM_22_1_1_1_1_1_1_1_1_1_1_1_1_1_1_1_1_1_1">
    <p:bg>
      <p:bgPr>
        <a:solidFill>
          <a:schemeClr val="dk1"/>
        </a:solidFill>
        <a:effectLst/>
      </p:bgPr>
    </p:bg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0" name="Google Shape;850;p13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69" r="69"/>
          <a:stretch/>
        </p:blipFill>
        <p:spPr>
          <a:xfrm>
            <a:off x="0" y="-2225"/>
            <a:ext cx="9144003" cy="5148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4 Blank slides: brand pattern - Network - White">
  <p:cSld name="CUSTOM_23_1_1_2_1_1_1_1_1_1_1_1_1_1_1_1_1"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13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9" r="19"/>
          <a:stretch/>
        </p:blipFill>
        <p:spPr>
          <a:xfrm>
            <a:off x="0" y="-1725"/>
            <a:ext cx="9144003" cy="514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4 Blank slides: brand pattern - Network - Black">
  <p:cSld name="CUSTOM_22_1_1_1_1_1_1_1_1_1_1_1_1_1_1_1_1_2">
    <p:bg>
      <p:bgPr>
        <a:solidFill>
          <a:schemeClr val="dk1"/>
        </a:solidFill>
        <a:effectLst/>
      </p:bgPr>
    </p:bg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4" name="Google Shape;854;p13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9" r="39"/>
          <a:stretch/>
        </p:blipFill>
        <p:spPr>
          <a:xfrm>
            <a:off x="0" y="-2225"/>
            <a:ext cx="9144003" cy="5149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5 Blank slides: brand pattern - Topo - White">
  <p:cSld name="CUSTOM_22_1_1_1_1_1_1_1_1_1_1_1_1_1_1_1_1_3"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6" name="Google Shape;856;p1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9" r="29"/>
          <a:stretch/>
        </p:blipFill>
        <p:spPr>
          <a:xfrm>
            <a:off x="0" y="-2225"/>
            <a:ext cx="9144003" cy="5147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140" descr="Arizona State University logo"/>
          <p:cNvPicPr preferRelativeResize="0"/>
          <p:nvPr/>
        </p:nvPicPr>
        <p:blipFill rotWithShape="1">
          <a:blip r:embed="rId3">
            <a:alphaModFix/>
          </a:blip>
          <a:srcRect r="57818"/>
          <a:stretch/>
        </p:blipFill>
        <p:spPr>
          <a:xfrm>
            <a:off x="7867711" y="4336142"/>
            <a:ext cx="989550" cy="651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5 Blank slides: brand pattern - Topo - Black">
  <p:cSld name="CUSTOM_23_1_1_2_1_1_1_1_1_1_1_1_1_1_1_1_1_2_1_1">
    <p:bg>
      <p:bgPr>
        <a:solidFill>
          <a:schemeClr val="dk1"/>
        </a:solidFill>
        <a:effectLst/>
      </p:bgPr>
    </p:bg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9" name="Google Shape;859;p1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39" r="49"/>
          <a:stretch/>
        </p:blipFill>
        <p:spPr>
          <a:xfrm>
            <a:off x="0" y="-5587"/>
            <a:ext cx="9144003" cy="5150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141" descr="Arizona State University logo"/>
          <p:cNvPicPr preferRelativeResize="0"/>
          <p:nvPr/>
        </p:nvPicPr>
        <p:blipFill rotWithShape="1">
          <a:blip r:embed="rId3">
            <a:alphaModFix/>
          </a:blip>
          <a:srcRect l="7060" t="13180" r="5884" b="8919"/>
          <a:stretch/>
        </p:blipFill>
        <p:spPr>
          <a:xfrm>
            <a:off x="7964425" y="4428975"/>
            <a:ext cx="930449" cy="48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5 Blank slides: brand pattern - Morse Code - White">
  <p:cSld name="CUSTOM_23_1_1_1_1_1_1_1_1_1_1_1_1_1_1_1_1_1"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2" name="Google Shape;862;p14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49" r="49"/>
          <a:stretch/>
        </p:blipFill>
        <p:spPr>
          <a:xfrm>
            <a:off x="0" y="-2225"/>
            <a:ext cx="9144003" cy="5145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3" name="Google Shape;863;p142" descr="Arizona State University logo"/>
          <p:cNvPicPr preferRelativeResize="0"/>
          <p:nvPr/>
        </p:nvPicPr>
        <p:blipFill rotWithShape="1">
          <a:blip r:embed="rId3">
            <a:alphaModFix/>
          </a:blip>
          <a:srcRect r="57818"/>
          <a:stretch/>
        </p:blipFill>
        <p:spPr>
          <a:xfrm>
            <a:off x="7867711" y="4336142"/>
            <a:ext cx="989550" cy="651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5 Blank slides: brand pattern - Morse Code - Black">
  <p:cSld name="CUSTOM_22_1_1_1_1_1_1_1_1_1_1_1_1_1_1_1_1_1_1_1">
    <p:bg>
      <p:bgPr>
        <a:solidFill>
          <a:schemeClr val="dk1"/>
        </a:solidFill>
        <a:effectLst/>
      </p:bgPr>
    </p:bg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5" name="Google Shape;865;p14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69" r="69"/>
          <a:stretch/>
        </p:blipFill>
        <p:spPr>
          <a:xfrm>
            <a:off x="0" y="-2225"/>
            <a:ext cx="9144003" cy="5148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143" descr="Arizona State University logo"/>
          <p:cNvPicPr preferRelativeResize="0"/>
          <p:nvPr/>
        </p:nvPicPr>
        <p:blipFill rotWithShape="1">
          <a:blip r:embed="rId3">
            <a:alphaModFix/>
          </a:blip>
          <a:srcRect l="7060" t="13180" r="5884" b="8919"/>
          <a:stretch/>
        </p:blipFill>
        <p:spPr>
          <a:xfrm>
            <a:off x="7964425" y="4428975"/>
            <a:ext cx="930449" cy="48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5 Blank slides: brand pattern - Network - White">
  <p:cSld name="CUSTOM_23_1_1_2_1_1_1_1_1_1_1_1_1_1_1_1_1_2"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8" name="Google Shape;868;p14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9" r="19"/>
          <a:stretch/>
        </p:blipFill>
        <p:spPr>
          <a:xfrm>
            <a:off x="0" y="-1725"/>
            <a:ext cx="9144003" cy="514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144" descr="Arizona State University logo"/>
          <p:cNvPicPr preferRelativeResize="0"/>
          <p:nvPr/>
        </p:nvPicPr>
        <p:blipFill rotWithShape="1">
          <a:blip r:embed="rId3">
            <a:alphaModFix/>
          </a:blip>
          <a:srcRect r="57818"/>
          <a:stretch/>
        </p:blipFill>
        <p:spPr>
          <a:xfrm>
            <a:off x="7867711" y="4336142"/>
            <a:ext cx="989550" cy="651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5 Blank slides: brand pattern - Network - Black">
  <p:cSld name="CUSTOM_22_1_1_1_1_1_1_1_1_1_1_1_1_1_1_1_1_2_1">
    <p:bg>
      <p:bgPr>
        <a:solidFill>
          <a:schemeClr val="dk1"/>
        </a:solidFill>
        <a:effectLst/>
      </p:bgPr>
    </p:bg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1" name="Google Shape;871;p1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9" r="39"/>
          <a:stretch/>
        </p:blipFill>
        <p:spPr>
          <a:xfrm>
            <a:off x="0" y="-2225"/>
            <a:ext cx="9144003" cy="5149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145" descr="Arizona State University logo"/>
          <p:cNvPicPr preferRelativeResize="0"/>
          <p:nvPr/>
        </p:nvPicPr>
        <p:blipFill rotWithShape="1">
          <a:blip r:embed="rId3">
            <a:alphaModFix/>
          </a:blip>
          <a:srcRect l="7060" t="13180" r="5884" b="8919"/>
          <a:stretch/>
        </p:blipFill>
        <p:spPr>
          <a:xfrm>
            <a:off x="7964425" y="4428975"/>
            <a:ext cx="930449" cy="48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6 Blank slides: brand pattern - Frame - Topo - White">
  <p:cSld name="CUSTOM_23_1_1_2_1_1_1_1_1_1_1_1_1_1_1_1_1_1"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4" name="Google Shape;874;p1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9" b="19"/>
          <a:stretch/>
        </p:blipFill>
        <p:spPr>
          <a:xfrm>
            <a:off x="0" y="-1725"/>
            <a:ext cx="9144005" cy="514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6 Blank slides: brand pattern - Frame - Topo - Black">
  <p:cSld name="CUSTOM_23_1_1_2_1_1_1_1_1_1_1_1_1_1_1_1_1_1_2">
    <p:bg>
      <p:bgPr>
        <a:solidFill>
          <a:schemeClr val="dk1"/>
        </a:solidFill>
        <a:effectLst/>
      </p:bgPr>
    </p:bg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6" name="Google Shape;876;p14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9" r="19"/>
          <a:stretch/>
        </p:blipFill>
        <p:spPr>
          <a:xfrm>
            <a:off x="0" y="-1725"/>
            <a:ext cx="9144003" cy="514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6 Blank slides: brand pattern - Frame - Morse Code - White">
  <p:cSld name="CUSTOM_23_1_1_2_1_1_1_1_1_1_1_1_1_1_1_1_1_1_3"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8" name="Google Shape;878;p14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9" r="39"/>
          <a:stretch/>
        </p:blipFill>
        <p:spPr>
          <a:xfrm>
            <a:off x="0" y="-1725"/>
            <a:ext cx="9144005" cy="5146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6 Blank slides: brand pattern - Frame - Morse Code - Black">
  <p:cSld name="CUSTOM_23_1_1_2_1_1_1_1_1_1_1_1_1_1_1_1_1_1_2_1">
    <p:bg>
      <p:bgPr>
        <a:solidFill>
          <a:schemeClr val="dk1"/>
        </a:solidFill>
        <a:effectLst/>
      </p:bgPr>
    </p:bg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" name="Google Shape;880;p14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9" r="59"/>
          <a:stretch/>
        </p:blipFill>
        <p:spPr>
          <a:xfrm>
            <a:off x="0" y="-1725"/>
            <a:ext cx="9144003" cy="5146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6 Blank slides: brand pattern - Frame - Network - White">
  <p:cSld name="CUSTOM_23_1_1_2_1_1_1_1_1_1_1_1_1_1_1_1_1_1_3_1"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2" name="Google Shape;882;p15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9" b="19"/>
          <a:stretch/>
        </p:blipFill>
        <p:spPr>
          <a:xfrm>
            <a:off x="0" y="-1725"/>
            <a:ext cx="9144005" cy="514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6 Blank slides: brand pattern - Frame - Network - Black">
  <p:cSld name="CUSTOM_23_1_1_2_1_1_1_1_1_1_1_1_1_1_1_1_1_1_2_1_1">
    <p:bg>
      <p:bgPr>
        <a:solidFill>
          <a:schemeClr val="dk1"/>
        </a:solidFill>
        <a:effectLst/>
      </p:bgPr>
    </p:bg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4" name="Google Shape;884;p15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9" r="19"/>
          <a:stretch/>
        </p:blipFill>
        <p:spPr>
          <a:xfrm>
            <a:off x="0" y="-1725"/>
            <a:ext cx="9144003" cy="514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Z Not intended for use. Included so the full ASU color palette is available for your use in the color picker.">
  <p:cSld name="CUSTOM_32">
    <p:bg>
      <p:bgPr>
        <a:solidFill>
          <a:srgbClr val="FAFAFA"/>
        </a:solidFill>
        <a:effectLst/>
      </p:bgPr>
    </p:bg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152"/>
          <p:cNvSpPr txBox="1"/>
          <p:nvPr/>
        </p:nvSpPr>
        <p:spPr>
          <a:xfrm>
            <a:off x="424925" y="239700"/>
            <a:ext cx="8294400" cy="6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3200" b="1">
                <a:solidFill>
                  <a:srgbClr val="BFBFBF"/>
                </a:solidFill>
              </a:rPr>
              <a:t>ASU color palette</a:t>
            </a:r>
            <a:br>
              <a:rPr lang="en" sz="3200" b="1">
                <a:solidFill>
                  <a:srgbClr val="191919"/>
                </a:solidFill>
              </a:rPr>
            </a:br>
            <a:r>
              <a:rPr lang="en" b="1">
                <a:solidFill>
                  <a:srgbClr val="FFFFFF"/>
                </a:solidFill>
                <a:highlight>
                  <a:srgbClr val="BFBFBF"/>
                </a:highlight>
              </a:rPr>
              <a:t>Not intended for use: This slide ensures the expanded ASU color palette is in your color picker.</a:t>
            </a:r>
            <a:r>
              <a:rPr lang="en" sz="1300" b="1">
                <a:solidFill>
                  <a:srgbClr val="FFFFFF"/>
                </a:solidFill>
                <a:highlight>
                  <a:srgbClr val="BFBFBF"/>
                </a:highlight>
              </a:rPr>
              <a:t> </a:t>
            </a:r>
            <a:endParaRPr sz="1300" b="1">
              <a:solidFill>
                <a:srgbClr val="FFFFFF"/>
              </a:solidFill>
              <a:highlight>
                <a:srgbClr val="BFBFBF"/>
              </a:highlight>
            </a:endParaRPr>
          </a:p>
        </p:txBody>
      </p:sp>
      <p:graphicFrame>
        <p:nvGraphicFramePr>
          <p:cNvPr id="887" name="Google Shape;887;p152"/>
          <p:cNvGraphicFramePr/>
          <p:nvPr/>
        </p:nvGraphicFramePr>
        <p:xfrm>
          <a:off x="419007" y="1003232"/>
          <a:ext cx="6127275" cy="3907490"/>
        </p:xfrm>
        <a:graphic>
          <a:graphicData uri="http://schemas.openxmlformats.org/drawingml/2006/table">
            <a:tbl>
              <a:tblPr>
                <a:noFill/>
                <a:tableStyleId>{0D4E591C-C895-405B-A616-9AB38E543CB3}</a:tableStyleId>
              </a:tblPr>
              <a:tblGrid>
                <a:gridCol w="98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1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801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rgbClr val="BFBFBF"/>
                          </a:solidFill>
                        </a:rPr>
                        <a:t>Primary colors</a:t>
                      </a:r>
                      <a:r>
                        <a:rPr lang="en" sz="800">
                          <a:solidFill>
                            <a:srgbClr val="BFBFBF"/>
                          </a:solidFill>
                        </a:rPr>
                        <a:t>. These should be your first color choices and used more prominently than secondary colors</a:t>
                      </a:r>
                      <a:endParaRPr sz="8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6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6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E8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9191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E8E8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E8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E8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E8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E8E8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E8E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 b="1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Gold</a:t>
                      </a:r>
                      <a:endParaRPr sz="700" b="1">
                        <a:solidFill>
                          <a:srgbClr val="BFBFBF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#FFC627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Maroon</a:t>
                      </a:r>
                      <a:r>
                        <a:rPr lang="en" sz="700">
                          <a:solidFill>
                            <a:srgbClr val="BFBFBF"/>
                          </a:solidFill>
                        </a:rPr>
                        <a:t> </a:t>
                      </a:r>
                      <a:br>
                        <a:rPr lang="en" sz="700">
                          <a:solidFill>
                            <a:srgbClr val="BFBFBF"/>
                          </a:solidFill>
                        </a:rPr>
                      </a:b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#8C1D40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Black</a:t>
                      </a:r>
                      <a:r>
                        <a:rPr lang="en" sz="700">
                          <a:solidFill>
                            <a:srgbClr val="BFBFBF"/>
                          </a:solidFill>
                        </a:rPr>
                        <a:t> </a:t>
                      </a:r>
                      <a:br>
                        <a:rPr lang="en" sz="700">
                          <a:solidFill>
                            <a:srgbClr val="BFBFBF"/>
                          </a:solidFill>
                        </a:rPr>
                      </a:b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#000000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White</a:t>
                      </a:r>
                      <a:r>
                        <a:rPr lang="en" sz="700">
                          <a:solidFill>
                            <a:srgbClr val="BFBFBF"/>
                          </a:solidFill>
                        </a:rPr>
                        <a:t> </a:t>
                      </a:r>
                      <a:br>
                        <a:rPr lang="en" sz="700">
                          <a:solidFill>
                            <a:srgbClr val="BFBFBF"/>
                          </a:solidFill>
                        </a:rPr>
                      </a:b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#FFFFFF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E8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>
                          <a:solidFill>
                            <a:srgbClr val="BFBFBF"/>
                          </a:solidFill>
                        </a:rPr>
                        <a:t>Secondary colors</a:t>
                      </a:r>
                      <a:r>
                        <a:rPr lang="en" sz="600">
                          <a:solidFill>
                            <a:srgbClr val="BFBFBF"/>
                          </a:solidFill>
                        </a:rPr>
                        <a:t>. Use as accents. Only use in addition to primary. May not to be used without primary brand colors. </a:t>
                      </a:r>
                      <a:endParaRPr sz="6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8BE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A3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F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F67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B7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497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 b="1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</a:t>
                      </a:r>
                      <a:r>
                        <a:rPr lang="en" sz="700" b="1" u="none" strike="noStrike" cap="none">
                          <a:solidFill>
                            <a:srgbClr val="BFBFBF"/>
                          </a:solidFill>
                        </a:rPr>
                        <a:t>Gree</a:t>
                      </a: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n</a:t>
                      </a:r>
                      <a:r>
                        <a:rPr lang="en" sz="700" u="none" strike="noStrike" cap="none">
                          <a:solidFill>
                            <a:srgbClr val="BFBFBF"/>
                          </a:solidFill>
                        </a:rPr>
                        <a:t> #78BE20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</a:t>
                      </a:r>
                      <a:r>
                        <a:rPr lang="en" sz="700" b="1" u="none" strike="noStrike" cap="none">
                          <a:solidFill>
                            <a:srgbClr val="BFBFBF"/>
                          </a:solidFill>
                        </a:rPr>
                        <a:t>Blue</a:t>
                      </a:r>
                      <a:endParaRPr sz="700" b="1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u="none" strike="noStrike" cap="none">
                          <a:solidFill>
                            <a:srgbClr val="BFBFBF"/>
                          </a:solidFill>
                        </a:rPr>
                        <a:t>#00A3E0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</a:t>
                      </a:r>
                      <a:r>
                        <a:rPr lang="en" sz="700" b="1" u="none" strike="noStrike" cap="none">
                          <a:solidFill>
                            <a:srgbClr val="BFBFBF"/>
                          </a:solidFill>
                        </a:rPr>
                        <a:t>Orange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u="none" strike="noStrike" cap="none">
                          <a:solidFill>
                            <a:srgbClr val="BFBFBF"/>
                          </a:solidFill>
                        </a:rPr>
                        <a:t>#FF7F32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Copper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#AF674B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Turquoise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#4AB7C4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Pink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#E74973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Gray</a:t>
                      </a:r>
                      <a:endParaRPr sz="700" b="1">
                        <a:solidFill>
                          <a:srgbClr val="BFBFBF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#747474</a:t>
                      </a:r>
                      <a:endParaRPr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BFBFBF"/>
                        </a:solidFill>
                      </a:endParaRPr>
                    </a:p>
                  </a:txBody>
                  <a:tcPr marL="91425" marR="91425" marT="91425" marB="0">
                    <a:lnL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 b="1">
                          <a:solidFill>
                            <a:srgbClr val="BFBFBF"/>
                          </a:solidFill>
                        </a:rPr>
                        <a:t>ASU Grayscale. </a:t>
                      </a:r>
                      <a:r>
                        <a:rPr lang="en" sz="500">
                          <a:solidFill>
                            <a:srgbClr val="BFBFBF"/>
                          </a:solidFill>
                        </a:rPr>
                        <a:t>For text, line and fill colors. ASU Gray is a part of this scale.</a:t>
                      </a:r>
                      <a:endParaRPr sz="500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 dirty="0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848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AFAF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FAFAF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AFAF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AFAF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Black</a:t>
                      </a:r>
                      <a:endParaRPr sz="700" b="1">
                        <a:solidFill>
                          <a:srgbClr val="BFBFBF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#000000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Gray</a:t>
                      </a:r>
                      <a:r>
                        <a:rPr lang="en" sz="700" b="1" u="none" strike="noStrike" cap="none">
                          <a:solidFill>
                            <a:srgbClr val="BFBFBF"/>
                          </a:solidFill>
                        </a:rPr>
                        <a:t> 1</a:t>
                      </a:r>
                      <a:endParaRPr sz="700" b="1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u="none" strike="noStrike" cap="none">
                          <a:solidFill>
                            <a:srgbClr val="BFBFBF"/>
                          </a:solidFill>
                        </a:rPr>
                        <a:t>#191919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Gray</a:t>
                      </a:r>
                      <a:r>
                        <a:rPr lang="en" sz="700" b="1" u="none" strike="noStrike" cap="none">
                          <a:solidFill>
                            <a:srgbClr val="BFBFBF"/>
                          </a:solidFill>
                        </a:rPr>
                        <a:t> 2</a:t>
                      </a:r>
                      <a:endParaRPr sz="700" b="1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u="none" strike="noStrike" cap="none">
                          <a:solidFill>
                            <a:srgbClr val="BFBFBF"/>
                          </a:solidFill>
                        </a:rPr>
                        <a:t>#484848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Gray</a:t>
                      </a:r>
                      <a:endParaRPr sz="700" b="1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u="none" strike="noStrike" cap="none">
                          <a:solidFill>
                            <a:srgbClr val="BFBFBF"/>
                          </a:solidFill>
                        </a:rPr>
                        <a:t>#747474</a:t>
                      </a:r>
                      <a:br>
                        <a:rPr lang="en" sz="700" u="none" strike="noStrike" cap="none">
                          <a:solidFill>
                            <a:srgbClr val="BFBFBF"/>
                          </a:solidFill>
                        </a:rPr>
                      </a:br>
                      <a:r>
                        <a:rPr lang="en" sz="700" u="none" strike="noStrike" cap="none">
                          <a:solidFill>
                            <a:srgbClr val="BFBFBF"/>
                          </a:solidFill>
                        </a:rPr>
                        <a:t>(</a:t>
                      </a:r>
                      <a:r>
                        <a:rPr lang="en" sz="700">
                          <a:solidFill>
                            <a:srgbClr val="BFBFBF"/>
                          </a:solidFill>
                        </a:rPr>
                        <a:t>Gray 3)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Gray</a:t>
                      </a:r>
                      <a:r>
                        <a:rPr lang="en" sz="700" b="1" u="none" strike="noStrike" cap="none">
                          <a:solidFill>
                            <a:srgbClr val="BFBFBF"/>
                          </a:solidFill>
                        </a:rPr>
                        <a:t> 4</a:t>
                      </a:r>
                      <a:endParaRPr sz="700" b="1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u="none" strike="noStrike" cap="none">
                          <a:solidFill>
                            <a:srgbClr val="BFBFBF"/>
                          </a:solidFill>
                        </a:rPr>
                        <a:t>#BFBFBF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Gray</a:t>
                      </a:r>
                      <a:r>
                        <a:rPr lang="en" sz="700" b="1" u="none" strike="noStrike" cap="none">
                          <a:solidFill>
                            <a:srgbClr val="BFBFBF"/>
                          </a:solidFill>
                        </a:rPr>
                        <a:t> 5</a:t>
                      </a:r>
                      <a:endParaRPr sz="700" b="1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u="none" strike="noStrike" cap="none">
                          <a:solidFill>
                            <a:srgbClr val="BFBFBF"/>
                          </a:solidFill>
                        </a:rPr>
                        <a:t>#D0D0D0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Gray</a:t>
                      </a:r>
                      <a:r>
                        <a:rPr lang="en" sz="700" b="1" u="none" strike="noStrike" cap="none">
                          <a:solidFill>
                            <a:srgbClr val="BFBFBF"/>
                          </a:solidFill>
                        </a:rPr>
                        <a:t> 6</a:t>
                      </a:r>
                      <a:endParaRPr sz="700" b="1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u="none" strike="noStrike" cap="none">
                          <a:solidFill>
                            <a:srgbClr val="BFBFBF"/>
                          </a:solidFill>
                        </a:rPr>
                        <a:t>#E8E8E8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Gray</a:t>
                      </a:r>
                      <a:r>
                        <a:rPr lang="en" sz="700" b="1" u="none" strike="noStrike" cap="none">
                          <a:solidFill>
                            <a:srgbClr val="BFBFBF"/>
                          </a:solidFill>
                        </a:rPr>
                        <a:t> </a:t>
                      </a: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7</a:t>
                      </a:r>
                      <a:r>
                        <a:rPr lang="en" sz="700" u="none" strike="noStrike" cap="none">
                          <a:solidFill>
                            <a:srgbClr val="BFBFBF"/>
                          </a:solidFill>
                        </a:rPr>
                        <a:t> #FAFAFA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White</a:t>
                      </a:r>
                      <a:r>
                        <a:rPr lang="en" sz="700">
                          <a:solidFill>
                            <a:srgbClr val="BFBFBF"/>
                          </a:solidFill>
                        </a:rPr>
                        <a:t> #FFFFFF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AFAF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8100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 b="1">
                          <a:solidFill>
                            <a:srgbClr val="BFBFBF"/>
                          </a:solidFill>
                        </a:rPr>
                        <a:t>Color tints.</a:t>
                      </a:r>
                      <a:r>
                        <a:rPr lang="en" sz="500">
                          <a:solidFill>
                            <a:srgbClr val="BFBFBF"/>
                          </a:solidFill>
                        </a:rPr>
                        <a:t> Brand palette tint variations for use in data visualizations and spreadsheets</a:t>
                      </a:r>
                      <a:endParaRPr sz="500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C9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F5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A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D9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D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1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17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25% ASU Gold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#FFF1C9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25% ASU Maroon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#DFC9CF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25% ASU Green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#E9F5DB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25% ASU Blue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#D6F0FA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25% ASU Orange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#FFEADE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25% ASU Copper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#EBD9D2</a:t>
                      </a:r>
                      <a:endParaRPr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25% ASU Turquoise 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#D2EDF0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25% ASU Pink 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#F9D1DC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dirty="0">
                        <a:solidFill>
                          <a:srgbClr val="191919"/>
                        </a:solidFill>
                      </a:endParaRPr>
                    </a:p>
                  </a:txBody>
                  <a:tcPr marL="91425" marR="91425" marT="91425" marB="0">
                    <a:lnL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88" name="Google Shape;888;p152"/>
          <p:cNvGraphicFramePr/>
          <p:nvPr/>
        </p:nvGraphicFramePr>
        <p:xfrm>
          <a:off x="5969457" y="4075635"/>
          <a:ext cx="1023025" cy="821125"/>
        </p:xfrm>
        <a:graphic>
          <a:graphicData uri="http://schemas.openxmlformats.org/drawingml/2006/table">
            <a:tbl>
              <a:tblPr>
                <a:noFill/>
                <a:tableStyleId>{0D4E591C-C895-405B-A616-9AB38E543CB3}</a:tableStyleId>
              </a:tblPr>
              <a:tblGrid>
                <a:gridCol w="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u="none" strike="noStrike" cap="none"/>
                    </a:p>
                  </a:txBody>
                  <a:tcPr marL="0" marR="0" marT="0" marB="0">
                    <a:lnL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2F2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>
                          <a:solidFill>
                            <a:srgbClr val="BFBFBF"/>
                          </a:solidFill>
                        </a:rPr>
                        <a:t>Error Red</a:t>
                      </a:r>
                      <a:endParaRPr sz="600" b="1">
                        <a:solidFill>
                          <a:srgbClr val="BFBFBF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BFBFBF"/>
                          </a:solidFill>
                        </a:rPr>
                        <a:t>#CC2F2F </a:t>
                      </a:r>
                      <a:br>
                        <a:rPr lang="en" sz="600">
                          <a:solidFill>
                            <a:srgbClr val="BFBFBF"/>
                          </a:solidFill>
                        </a:rPr>
                      </a:br>
                      <a:endParaRPr sz="600">
                        <a:solidFill>
                          <a:srgbClr val="BFBFBF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>
                          <a:solidFill>
                            <a:srgbClr val="BFBFBF"/>
                          </a:solidFill>
                        </a:rPr>
                        <a:t>For digital use only</a:t>
                      </a:r>
                      <a:r>
                        <a:rPr lang="en" sz="600">
                          <a:solidFill>
                            <a:srgbClr val="BFBFBF"/>
                          </a:solidFill>
                        </a:rPr>
                        <a:t> to indicate system errors, issues or negative number values.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</a:txBody>
                  <a:tcPr marL="45700" marR="0" marT="0" marB="0">
                    <a:lnL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solidFill>
                          <a:srgbClr val="191919"/>
                        </a:solidFill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89" name="Google Shape;889;p1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75800" y="1304137"/>
            <a:ext cx="1376100" cy="1467087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152"/>
          <p:cNvSpPr/>
          <p:nvPr/>
        </p:nvSpPr>
        <p:spPr>
          <a:xfrm>
            <a:off x="7727200" y="916675"/>
            <a:ext cx="273300" cy="336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63" Type="http://schemas.openxmlformats.org/officeDocument/2006/relationships/slideLayout" Target="../slideLayouts/slideLayout63.xml"/><Relationship Id="rId84" Type="http://schemas.openxmlformats.org/officeDocument/2006/relationships/slideLayout" Target="../slideLayouts/slideLayout84.xml"/><Relationship Id="rId138" Type="http://schemas.openxmlformats.org/officeDocument/2006/relationships/slideLayout" Target="../slideLayouts/slideLayout138.xml"/><Relationship Id="rId16" Type="http://schemas.openxmlformats.org/officeDocument/2006/relationships/slideLayout" Target="../slideLayouts/slideLayout16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123" Type="http://schemas.openxmlformats.org/officeDocument/2006/relationships/slideLayout" Target="../slideLayouts/slideLayout123.xml"/><Relationship Id="rId128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18" Type="http://schemas.openxmlformats.org/officeDocument/2006/relationships/slideLayout" Target="../slideLayouts/slideLayout118.xml"/><Relationship Id="rId134" Type="http://schemas.openxmlformats.org/officeDocument/2006/relationships/slideLayout" Target="../slideLayouts/slideLayout134.xml"/><Relationship Id="rId139" Type="http://schemas.openxmlformats.org/officeDocument/2006/relationships/theme" Target="../theme/theme1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08" Type="http://schemas.openxmlformats.org/officeDocument/2006/relationships/slideLayout" Target="../slideLayouts/slideLayout108.xml"/><Relationship Id="rId124" Type="http://schemas.openxmlformats.org/officeDocument/2006/relationships/slideLayout" Target="../slideLayouts/slideLayout124.xml"/><Relationship Id="rId129" Type="http://schemas.openxmlformats.org/officeDocument/2006/relationships/slideLayout" Target="../slideLayouts/slideLayout129.xml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119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44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130" Type="http://schemas.openxmlformats.org/officeDocument/2006/relationships/slideLayout" Target="../slideLayouts/slideLayout130.xml"/><Relationship Id="rId135" Type="http://schemas.openxmlformats.org/officeDocument/2006/relationships/slideLayout" Target="../slideLayouts/slideLayout135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120" Type="http://schemas.openxmlformats.org/officeDocument/2006/relationships/slideLayout" Target="../slideLayouts/slideLayout120.xml"/><Relationship Id="rId125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131" Type="http://schemas.openxmlformats.org/officeDocument/2006/relationships/slideLayout" Target="../slideLayouts/slideLayout131.xml"/><Relationship Id="rId136" Type="http://schemas.openxmlformats.org/officeDocument/2006/relationships/slideLayout" Target="../slideLayouts/slideLayout136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126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137" Type="http://schemas.openxmlformats.org/officeDocument/2006/relationships/slideLayout" Target="../slideLayouts/slideLayout13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32" Type="http://schemas.openxmlformats.org/officeDocument/2006/relationships/slideLayout" Target="../slideLayouts/slideLayout132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27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7" Type="http://schemas.openxmlformats.org/officeDocument/2006/relationships/slideLayout" Target="../slideLayouts/slideLayout47.xml"/><Relationship Id="rId68" Type="http://schemas.openxmlformats.org/officeDocument/2006/relationships/slideLayout" Target="../slideLayouts/slideLayout68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33" Type="http://schemas.openxmlformats.org/officeDocument/2006/relationships/slideLayout" Target="../slideLayouts/slideLayout1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20900" y="994550"/>
            <a:ext cx="4105500" cy="31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30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2pPr>
            <a:lvl3pPr marL="1371600" lvl="2" indent="-330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3pPr>
            <a:lvl4pPr marL="1828800" lvl="3" indent="-330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4pPr>
            <a:lvl5pPr marL="2286000" lvl="4" indent="-330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5pPr>
            <a:lvl6pPr marL="2743200" lvl="5" indent="-330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6pPr>
            <a:lvl7pPr marL="3200400" lvl="6" indent="-330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7pPr>
            <a:lvl8pPr marL="3657600" lvl="7" indent="-330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8pPr>
            <a:lvl9pPr marL="4114800" lvl="8" indent="-3302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2" name="Closed caption warning - left">
            <a:extLst>
              <a:ext uri="{FF2B5EF4-FFF2-40B4-BE49-F238E27FC236}">
                <a16:creationId xmlns:a16="http://schemas.microsoft.com/office/drawing/2014/main" id="{FAA70111-8A46-4012-6BE0-5A155FD9E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917025" y="4168375"/>
            <a:ext cx="2870100" cy="776825"/>
            <a:chOff x="-2917025" y="4168375"/>
            <a:chExt cx="2870100" cy="776825"/>
          </a:xfrm>
        </p:grpSpPr>
        <p:cxnSp>
          <p:nvCxnSpPr>
            <p:cNvPr id="10" name="Google Shape;10;p1"/>
            <p:cNvCxnSpPr/>
            <p:nvPr/>
          </p:nvCxnSpPr>
          <p:spPr>
            <a:xfrm>
              <a:off x="-2917025" y="4168375"/>
              <a:ext cx="28701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" name="Google Shape;9;p1"/>
            <p:cNvSpPr txBox="1"/>
            <p:nvPr/>
          </p:nvSpPr>
          <p:spPr>
            <a:xfrm>
              <a:off x="-2695750" y="4298700"/>
              <a:ext cx="2526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2"/>
                  </a:solidFill>
                </a:rPr>
                <a:t>Area below the line reserved </a:t>
              </a:r>
              <a:r>
                <a:rPr lang="en">
                  <a:solidFill>
                    <a:schemeClr val="dk2"/>
                  </a:solidFill>
                </a:rPr>
                <a:t>to accommodate live closed captioning during presentations.</a:t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" name="Close caption warning - right">
            <a:extLst>
              <a:ext uri="{FF2B5EF4-FFF2-40B4-BE49-F238E27FC236}">
                <a16:creationId xmlns:a16="http://schemas.microsoft.com/office/drawing/2014/main" id="{21CE2626-DBBD-C9BC-2392-F2D9BF96D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190925" y="4168375"/>
            <a:ext cx="2870100" cy="776825"/>
            <a:chOff x="9190925" y="4168375"/>
            <a:chExt cx="2870100" cy="776825"/>
          </a:xfrm>
        </p:grpSpPr>
        <p:cxnSp>
          <p:nvCxnSpPr>
            <p:cNvPr id="11" name="Google Shape;11;p1"/>
            <p:cNvCxnSpPr/>
            <p:nvPr/>
          </p:nvCxnSpPr>
          <p:spPr>
            <a:xfrm>
              <a:off x="9190925" y="4168375"/>
              <a:ext cx="28701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" name="Google Shape;12;p1"/>
            <p:cNvSpPr txBox="1"/>
            <p:nvPr/>
          </p:nvSpPr>
          <p:spPr>
            <a:xfrm>
              <a:off x="9351103" y="4298700"/>
              <a:ext cx="2526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2"/>
                  </a:solidFill>
                </a:rPr>
                <a:t>Area below the line reserved </a:t>
              </a:r>
              <a:r>
                <a:rPr lang="en">
                  <a:solidFill>
                    <a:schemeClr val="dk2"/>
                  </a:solidFill>
                </a:rPr>
                <a:t>to accommodate live closed captioning during presentations.</a:t>
              </a:r>
              <a:endParaRPr b="1">
                <a:solidFill>
                  <a:schemeClr val="dk2"/>
                </a:solidFill>
              </a:endParaRPr>
            </a:p>
          </p:txBody>
        </p:sp>
      </p:grpSp>
      <p:sp>
        <p:nvSpPr>
          <p:cNvPr id="6" name="Copyrigh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762875" y="4992143"/>
            <a:ext cx="1042800" cy="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lang="en" sz="400" i="0" u="none" strike="noStrike" cap="none">
                <a:solidFill>
                  <a:schemeClr val="lt2"/>
                </a:solidFill>
              </a:rPr>
              <a:t>Copyright © </a:t>
            </a:r>
            <a:r>
              <a:rPr lang="en" sz="400">
                <a:solidFill>
                  <a:schemeClr val="lt2"/>
                </a:solidFill>
              </a:rPr>
              <a:t>2025 </a:t>
            </a:r>
            <a:r>
              <a:rPr lang="en" sz="400" i="0" u="none" strike="noStrike" cap="none">
                <a:solidFill>
                  <a:schemeClr val="lt2"/>
                </a:solidFill>
              </a:rPr>
              <a:t>Arizona Board of Regents</a:t>
            </a:r>
            <a:endParaRPr sz="400" i="0" u="none" strike="noStrike" cap="none">
              <a:solidFill>
                <a:schemeClr val="lt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9" r:id="rId9"/>
    <p:sldLayoutId id="2147483661" r:id="rId10"/>
    <p:sldLayoutId id="2147483663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  <p:sldLayoutId id="2147483682" r:id="rId28"/>
    <p:sldLayoutId id="2147483683" r:id="rId29"/>
    <p:sldLayoutId id="2147483684" r:id="rId30"/>
    <p:sldLayoutId id="2147483685" r:id="rId31"/>
    <p:sldLayoutId id="2147483687" r:id="rId32"/>
    <p:sldLayoutId id="2147483688" r:id="rId33"/>
    <p:sldLayoutId id="2147483689" r:id="rId34"/>
    <p:sldLayoutId id="2147483690" r:id="rId35"/>
    <p:sldLayoutId id="2147483691" r:id="rId36"/>
    <p:sldLayoutId id="2147483692" r:id="rId37"/>
    <p:sldLayoutId id="2147483693" r:id="rId38"/>
    <p:sldLayoutId id="2147483694" r:id="rId39"/>
    <p:sldLayoutId id="2147483695" r:id="rId40"/>
    <p:sldLayoutId id="2147483696" r:id="rId41"/>
    <p:sldLayoutId id="2147483697" r:id="rId42"/>
    <p:sldLayoutId id="2147483698" r:id="rId43"/>
    <p:sldLayoutId id="2147483699" r:id="rId44"/>
    <p:sldLayoutId id="2147483700" r:id="rId45"/>
    <p:sldLayoutId id="2147483701" r:id="rId46"/>
    <p:sldLayoutId id="2147483702" r:id="rId47"/>
    <p:sldLayoutId id="2147483703" r:id="rId48"/>
    <p:sldLayoutId id="2147483704" r:id="rId49"/>
    <p:sldLayoutId id="2147483705" r:id="rId50"/>
    <p:sldLayoutId id="2147483706" r:id="rId51"/>
    <p:sldLayoutId id="2147483707" r:id="rId52"/>
    <p:sldLayoutId id="2147483708" r:id="rId53"/>
    <p:sldLayoutId id="2147483709" r:id="rId54"/>
    <p:sldLayoutId id="2147483710" r:id="rId55"/>
    <p:sldLayoutId id="2147483711" r:id="rId56"/>
    <p:sldLayoutId id="2147483712" r:id="rId57"/>
    <p:sldLayoutId id="2147483713" r:id="rId58"/>
    <p:sldLayoutId id="2147483714" r:id="rId59"/>
    <p:sldLayoutId id="2147483715" r:id="rId60"/>
    <p:sldLayoutId id="2147483716" r:id="rId61"/>
    <p:sldLayoutId id="2147483717" r:id="rId62"/>
    <p:sldLayoutId id="2147483718" r:id="rId63"/>
    <p:sldLayoutId id="2147483719" r:id="rId64"/>
    <p:sldLayoutId id="2147483721" r:id="rId65"/>
    <p:sldLayoutId id="2147483722" r:id="rId66"/>
    <p:sldLayoutId id="2147483723" r:id="rId67"/>
    <p:sldLayoutId id="2147483724" r:id="rId68"/>
    <p:sldLayoutId id="2147483725" r:id="rId69"/>
    <p:sldLayoutId id="2147483726" r:id="rId70"/>
    <p:sldLayoutId id="2147483727" r:id="rId71"/>
    <p:sldLayoutId id="2147483728" r:id="rId72"/>
    <p:sldLayoutId id="2147483729" r:id="rId73"/>
    <p:sldLayoutId id="2147483730" r:id="rId74"/>
    <p:sldLayoutId id="2147483731" r:id="rId75"/>
    <p:sldLayoutId id="2147483732" r:id="rId76"/>
    <p:sldLayoutId id="2147483733" r:id="rId77"/>
    <p:sldLayoutId id="2147483734" r:id="rId78"/>
    <p:sldLayoutId id="2147483735" r:id="rId79"/>
    <p:sldLayoutId id="2147483736" r:id="rId80"/>
    <p:sldLayoutId id="2147483737" r:id="rId81"/>
    <p:sldLayoutId id="2147483738" r:id="rId82"/>
    <p:sldLayoutId id="2147483739" r:id="rId83"/>
    <p:sldLayoutId id="2147483740" r:id="rId84"/>
    <p:sldLayoutId id="2147483741" r:id="rId85"/>
    <p:sldLayoutId id="2147483742" r:id="rId86"/>
    <p:sldLayoutId id="2147483743" r:id="rId87"/>
    <p:sldLayoutId id="2147483744" r:id="rId88"/>
    <p:sldLayoutId id="2147483745" r:id="rId89"/>
    <p:sldLayoutId id="2147483746" r:id="rId90"/>
    <p:sldLayoutId id="2147483747" r:id="rId91"/>
    <p:sldLayoutId id="2147483748" r:id="rId92"/>
    <p:sldLayoutId id="2147483750" r:id="rId93"/>
    <p:sldLayoutId id="2147483751" r:id="rId94"/>
    <p:sldLayoutId id="2147483752" r:id="rId95"/>
    <p:sldLayoutId id="2147483753" r:id="rId96"/>
    <p:sldLayoutId id="2147483754" r:id="rId97"/>
    <p:sldLayoutId id="2147483755" r:id="rId98"/>
    <p:sldLayoutId id="2147483756" r:id="rId99"/>
    <p:sldLayoutId id="2147483757" r:id="rId100"/>
    <p:sldLayoutId id="2147483758" r:id="rId101"/>
    <p:sldLayoutId id="2147483759" r:id="rId102"/>
    <p:sldLayoutId id="2147483760" r:id="rId103"/>
    <p:sldLayoutId id="2147483762" r:id="rId104"/>
    <p:sldLayoutId id="2147483763" r:id="rId105"/>
    <p:sldLayoutId id="2147483764" r:id="rId106"/>
    <p:sldLayoutId id="2147483765" r:id="rId107"/>
    <p:sldLayoutId id="2147483766" r:id="rId108"/>
    <p:sldLayoutId id="2147483767" r:id="rId109"/>
    <p:sldLayoutId id="2147483768" r:id="rId110"/>
    <p:sldLayoutId id="2147483769" r:id="rId111"/>
    <p:sldLayoutId id="2147483772" r:id="rId112"/>
    <p:sldLayoutId id="2147483773" r:id="rId113"/>
    <p:sldLayoutId id="2147483774" r:id="rId114"/>
    <p:sldLayoutId id="2147483775" r:id="rId115"/>
    <p:sldLayoutId id="2147483776" r:id="rId116"/>
    <p:sldLayoutId id="2147483777" r:id="rId117"/>
    <p:sldLayoutId id="2147483778" r:id="rId118"/>
    <p:sldLayoutId id="2147483779" r:id="rId119"/>
    <p:sldLayoutId id="2147483780" r:id="rId120"/>
    <p:sldLayoutId id="2147483781" r:id="rId121"/>
    <p:sldLayoutId id="2147483782" r:id="rId122"/>
    <p:sldLayoutId id="2147483783" r:id="rId123"/>
    <p:sldLayoutId id="2147483784" r:id="rId124"/>
    <p:sldLayoutId id="2147483785" r:id="rId125"/>
    <p:sldLayoutId id="2147483786" r:id="rId126"/>
    <p:sldLayoutId id="2147483787" r:id="rId127"/>
    <p:sldLayoutId id="2147483788" r:id="rId128"/>
    <p:sldLayoutId id="2147483789" r:id="rId129"/>
    <p:sldLayoutId id="2147483790" r:id="rId130"/>
    <p:sldLayoutId id="2147483791" r:id="rId131"/>
    <p:sldLayoutId id="2147483792" r:id="rId132"/>
    <p:sldLayoutId id="2147483793" r:id="rId133"/>
    <p:sldLayoutId id="2147483794" r:id="rId134"/>
    <p:sldLayoutId id="2147483795" r:id="rId135"/>
    <p:sldLayoutId id="2147483796" r:id="rId136"/>
    <p:sldLayoutId id="2147483797" r:id="rId137"/>
    <p:sldLayoutId id="2147483798" r:id="rId13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65">
          <p15:clr>
            <a:srgbClr val="FF00FF"/>
          </p15:clr>
        </p15:guide>
        <p15:guide id="2" pos="5478">
          <p15:clr>
            <a:srgbClr val="FF00FF"/>
          </p15:clr>
        </p15:guide>
        <p15:guide id="3" pos="2909">
          <p15:clr>
            <a:srgbClr val="FF00FF"/>
          </p15:clr>
        </p15:guide>
        <p15:guide id="4" pos="5547">
          <p15:clr>
            <a:srgbClr val="FF00FF"/>
          </p15:clr>
        </p15:guide>
        <p15:guide id="5" pos="1331">
          <p15:clr>
            <a:srgbClr val="FF00FF"/>
          </p15:clr>
        </p15:guide>
        <p15:guide id="6" pos="467">
          <p15:clr>
            <a:srgbClr val="FF00FF"/>
          </p15:clr>
        </p15:guide>
        <p15:guide id="7" pos="530">
          <p15:clr>
            <a:srgbClr val="FF00FF"/>
          </p15:clr>
        </p15:guide>
        <p15:guide id="8" pos="732">
          <p15:clr>
            <a:srgbClr val="FF00FF"/>
          </p15:clr>
        </p15:guide>
        <p15:guide id="9" pos="795">
          <p15:clr>
            <a:srgbClr val="FF00FF"/>
          </p15:clr>
        </p15:guide>
        <p15:guide id="10" pos="991">
          <p15:clr>
            <a:srgbClr val="FF00FF"/>
          </p15:clr>
        </p15:guide>
        <p15:guide id="11" pos="1060">
          <p15:clr>
            <a:srgbClr val="FF00FF"/>
          </p15:clr>
        </p15:guide>
        <p15:guide id="12" pos="1267">
          <p15:clr>
            <a:srgbClr val="FF00FF"/>
          </p15:clr>
        </p15:guide>
        <p15:guide id="13" pos="1319">
          <p15:clr>
            <a:srgbClr val="FF00FF"/>
          </p15:clr>
        </p15:guide>
        <p15:guide id="14" pos="1521">
          <p15:clr>
            <a:srgbClr val="FF00FF"/>
          </p15:clr>
        </p15:guide>
        <p15:guide id="15" pos="1584">
          <p15:clr>
            <a:srgbClr val="FF00FF"/>
          </p15:clr>
        </p15:guide>
        <p15:guide id="16" pos="1786">
          <p15:clr>
            <a:srgbClr val="FF00FF"/>
          </p15:clr>
        </p15:guide>
        <p15:guide id="17" pos="1849">
          <p15:clr>
            <a:srgbClr val="FF00FF"/>
          </p15:clr>
        </p15:guide>
        <p15:guide id="18" pos="2051">
          <p15:clr>
            <a:srgbClr val="FF00FF"/>
          </p15:clr>
        </p15:guide>
        <p15:guide id="19" pos="2114">
          <p15:clr>
            <a:srgbClr val="FF00FF"/>
          </p15:clr>
        </p15:guide>
        <p15:guide id="20" pos="2316">
          <p15:clr>
            <a:srgbClr val="FF00FF"/>
          </p15:clr>
        </p15:guide>
        <p15:guide id="21" pos="2379">
          <p15:clr>
            <a:srgbClr val="FF00FF"/>
          </p15:clr>
        </p15:guide>
        <p15:guide id="22" pos="2575">
          <p15:clr>
            <a:srgbClr val="FF00FF"/>
          </p15:clr>
        </p15:guide>
        <p15:guide id="23" pos="2644">
          <p15:clr>
            <a:srgbClr val="FF00FF"/>
          </p15:clr>
        </p15:guide>
        <p15:guide id="24" pos="2851">
          <p15:clr>
            <a:srgbClr val="FF00FF"/>
          </p15:clr>
        </p15:guide>
        <p15:guide id="25" pos="3110">
          <p15:clr>
            <a:srgbClr val="FF00FF"/>
          </p15:clr>
        </p15:guide>
        <p15:guide id="26" pos="3174">
          <p15:clr>
            <a:srgbClr val="FF00FF"/>
          </p15:clr>
        </p15:guide>
        <p15:guide id="27" pos="3375">
          <p15:clr>
            <a:srgbClr val="FF00FF"/>
          </p15:clr>
        </p15:guide>
        <p15:guide id="28" pos="3439">
          <p15:clr>
            <a:srgbClr val="FF00FF"/>
          </p15:clr>
        </p15:guide>
        <p15:guide id="29" pos="3640">
          <p15:clr>
            <a:srgbClr val="FF00FF"/>
          </p15:clr>
        </p15:guide>
        <p15:guide id="30" pos="3698">
          <p15:clr>
            <a:srgbClr val="FF00FF"/>
          </p15:clr>
        </p15:guide>
        <p15:guide id="31" pos="3905">
          <p15:clr>
            <a:srgbClr val="FF00FF"/>
          </p15:clr>
        </p15:guide>
        <p15:guide id="32" pos="3963">
          <p15:clr>
            <a:srgbClr val="FF00FF"/>
          </p15:clr>
        </p15:guide>
        <p15:guide id="33" pos="4164">
          <p15:clr>
            <a:srgbClr val="FF00FF"/>
          </p15:clr>
        </p15:guide>
        <p15:guide id="34" pos="4228">
          <p15:clr>
            <a:srgbClr val="FF00FF"/>
          </p15:clr>
        </p15:guide>
        <p15:guide id="35" pos="4429">
          <p15:clr>
            <a:srgbClr val="FF00FF"/>
          </p15:clr>
        </p15:guide>
        <p15:guide id="36" pos="4493">
          <p15:clr>
            <a:srgbClr val="FF00FF"/>
          </p15:clr>
        </p15:guide>
        <p15:guide id="37" pos="4694">
          <p15:clr>
            <a:srgbClr val="FF00FF"/>
          </p15:clr>
        </p15:guide>
        <p15:guide id="38" pos="4752">
          <p15:clr>
            <a:srgbClr val="FF00FF"/>
          </p15:clr>
        </p15:guide>
        <p15:guide id="39" pos="4954">
          <p15:clr>
            <a:srgbClr val="FF00FF"/>
          </p15:clr>
        </p15:guide>
        <p15:guide id="40" pos="5017">
          <p15:clr>
            <a:srgbClr val="FF00FF"/>
          </p15:clr>
        </p15:guide>
        <p15:guide id="41" pos="5219">
          <p15:clr>
            <a:srgbClr val="FF00FF"/>
          </p15:clr>
        </p15:guide>
        <p15:guide id="42" pos="5288">
          <p15:clr>
            <a:srgbClr val="FF00FF"/>
          </p15:clr>
        </p15:guide>
        <p15:guide id="43" orient="horz" pos="559">
          <p15:clr>
            <a:srgbClr val="FF00FF"/>
          </p15:clr>
        </p15:guide>
        <p15:guide id="44" orient="horz" pos="3041">
          <p15:clr>
            <a:srgbClr val="FF00FF"/>
          </p15:clr>
        </p15:guide>
        <p15:guide id="45" orient="horz" pos="202">
          <p15:clr>
            <a:srgbClr val="FF00FF"/>
          </p15:clr>
        </p15:guide>
        <p15:guide id="46" orient="horz" pos="1619">
          <p15:clr>
            <a:srgbClr val="00FFFF"/>
          </p15:clr>
        </p15:guide>
        <p15:guide id="47" pos="2880">
          <p15:clr>
            <a:srgbClr val="00FFFF"/>
          </p15:clr>
        </p15:guide>
        <p15:guide id="48" orient="horz" pos="626">
          <p15:clr>
            <a:srgbClr val="FF00FF"/>
          </p15:clr>
        </p15:guide>
        <p15:guide id="49" orient="horz" pos="263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slideLayout" Target="../slideLayouts/slideLayout46.xml"/><Relationship Id="rId1" Type="http://schemas.openxmlformats.org/officeDocument/2006/relationships/video" Target="https://www.youtube.com/embed/SxAX1kcRb8k?start=1339&amp;feature=oembed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67A3660-B10D-6E3C-4E7A-E995EF0D91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4400" y="590648"/>
            <a:ext cx="8275200" cy="738664"/>
          </a:xfrm>
        </p:spPr>
        <p:txBody>
          <a:bodyPr/>
          <a:lstStyle/>
          <a:p>
            <a:pPr algn="ctr"/>
            <a:r>
              <a:rPr lang="en-US" sz="4800" dirty="0"/>
              <a:t>Indicators Across Incomes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4757CF-F6B9-845E-DD8C-3CB18A5C5F3D}"/>
              </a:ext>
            </a:extLst>
          </p:cNvPr>
          <p:cNvSpPr txBox="1"/>
          <p:nvPr/>
        </p:nvSpPr>
        <p:spPr>
          <a:xfrm>
            <a:off x="665018" y="1460828"/>
            <a:ext cx="78139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A Framework for Mapping Disparate Societal Conditions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180D9F-7DB7-8717-EFF1-D0D49A1EA586}"/>
              </a:ext>
            </a:extLst>
          </p:cNvPr>
          <p:cNvSpPr txBox="1"/>
          <p:nvPr/>
        </p:nvSpPr>
        <p:spPr>
          <a:xfrm>
            <a:off x="783328" y="2915369"/>
            <a:ext cx="78139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Max Goshert</a:t>
            </a:r>
            <a:r>
              <a:rPr lang="en-US" sz="2800" dirty="0"/>
              <a:t> </a:t>
            </a:r>
            <a:r>
              <a:rPr lang="en-US" sz="2800" i="1" dirty="0"/>
              <a:t>(presenter), </a:t>
            </a:r>
          </a:p>
          <a:p>
            <a:pPr algn="ctr"/>
            <a:r>
              <a:rPr lang="en-US" sz="2800" b="1" dirty="0"/>
              <a:t>Michael Crow, PhD </a:t>
            </a:r>
            <a:r>
              <a:rPr lang="en-US" sz="2800" i="1" dirty="0"/>
              <a:t>(coauthor)</a:t>
            </a:r>
            <a:endParaRPr lang="en-US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5354D5-E401-77DC-7491-DFD10CB10C14}"/>
              </a:ext>
            </a:extLst>
          </p:cNvPr>
          <p:cNvSpPr txBox="1"/>
          <p:nvPr/>
        </p:nvSpPr>
        <p:spPr>
          <a:xfrm>
            <a:off x="199582" y="4552852"/>
            <a:ext cx="5915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Presented at the Atlanta Conference on Science and Innovation Policy; May 14, 2025</a:t>
            </a:r>
          </a:p>
        </p:txBody>
      </p:sp>
    </p:spTree>
    <p:extLst>
      <p:ext uri="{BB962C8B-B14F-4D97-AF65-F5344CB8AC3E}">
        <p14:creationId xmlns:p14="http://schemas.microsoft.com/office/powerpoint/2010/main" val="2869029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903FC-8B9E-2B5C-DA1D-FDC34D08F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275" y="526775"/>
            <a:ext cx="8373000" cy="440100"/>
          </a:xfrm>
        </p:spPr>
        <p:txBody>
          <a:bodyPr/>
          <a:lstStyle/>
          <a:p>
            <a:r>
              <a:rPr lang="en-US" dirty="0"/>
              <a:t>Run of Show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DBDD15-EE6D-2AC6-D169-DD071C33124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0" y="2948139"/>
            <a:ext cx="2287841" cy="693417"/>
          </a:xfrm>
        </p:spPr>
        <p:txBody>
          <a:bodyPr>
            <a:normAutofit/>
          </a:bodyPr>
          <a:lstStyle/>
          <a:p>
            <a:pPr marL="127000" indent="0" algn="ctr">
              <a:buNone/>
            </a:pPr>
            <a:r>
              <a:rPr lang="en-US" sz="2000" b="1" dirty="0"/>
              <a:t>1. The 1/3 Country Concept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4F037D7-DB11-A8F8-0ADC-FA4FDD56C25D}"/>
              </a:ext>
            </a:extLst>
          </p:cNvPr>
          <p:cNvSpPr txBox="1">
            <a:spLocks/>
          </p:cNvSpPr>
          <p:nvPr/>
        </p:nvSpPr>
        <p:spPr>
          <a:xfrm>
            <a:off x="2284159" y="2960573"/>
            <a:ext cx="2287841" cy="69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0" indent="0" algn="ctr">
              <a:buFont typeface="Arial"/>
              <a:buNone/>
            </a:pPr>
            <a:r>
              <a:rPr lang="en-US" sz="2000" b="1" dirty="0"/>
              <a:t>2. Methodological Framework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C701340-D41F-0490-D4DA-9CA02963F4A6}"/>
              </a:ext>
            </a:extLst>
          </p:cNvPr>
          <p:cNvSpPr txBox="1">
            <a:spLocks/>
          </p:cNvSpPr>
          <p:nvPr/>
        </p:nvSpPr>
        <p:spPr>
          <a:xfrm>
            <a:off x="4609775" y="2960573"/>
            <a:ext cx="2287841" cy="69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0" indent="0" algn="ctr">
              <a:buFont typeface="Arial"/>
              <a:buNone/>
            </a:pPr>
            <a:r>
              <a:rPr lang="en-US" sz="2000" b="1" dirty="0"/>
              <a:t>3. Indicator Visualizations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26FDDE6-23A5-3B93-6D20-59969F831625}"/>
              </a:ext>
            </a:extLst>
          </p:cNvPr>
          <p:cNvSpPr txBox="1">
            <a:spLocks/>
          </p:cNvSpPr>
          <p:nvPr/>
        </p:nvSpPr>
        <p:spPr>
          <a:xfrm>
            <a:off x="6856159" y="2948138"/>
            <a:ext cx="2287841" cy="69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0" indent="0" algn="ctr">
              <a:buFont typeface="Arial"/>
              <a:buNone/>
            </a:pPr>
            <a:r>
              <a:rPr lang="en-US" sz="2000" b="1" dirty="0"/>
              <a:t>4. Future Direction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BAFD757-33E9-5625-1AE4-3B2DBACFD400}"/>
              </a:ext>
            </a:extLst>
          </p:cNvPr>
          <p:cNvGrpSpPr/>
          <p:nvPr/>
        </p:nvGrpSpPr>
        <p:grpSpPr>
          <a:xfrm>
            <a:off x="684880" y="1873920"/>
            <a:ext cx="5622267" cy="914400"/>
            <a:chOff x="684880" y="1873920"/>
            <a:chExt cx="5622267" cy="914400"/>
          </a:xfrm>
        </p:grpSpPr>
        <p:pic>
          <p:nvPicPr>
            <p:cNvPr id="9" name="Graphic 8" descr="North America with solid fill">
              <a:extLst>
                <a:ext uri="{FF2B5EF4-FFF2-40B4-BE49-F238E27FC236}">
                  <a16:creationId xmlns:a16="http://schemas.microsoft.com/office/drawing/2014/main" id="{07E783F3-3D09-A61A-940D-C5BC06E6E2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4880" y="1873920"/>
              <a:ext cx="914400" cy="914400"/>
            </a:xfrm>
            <a:prstGeom prst="rect">
              <a:avLst/>
            </a:prstGeom>
          </p:spPr>
        </p:pic>
        <p:pic>
          <p:nvPicPr>
            <p:cNvPr id="11" name="Graphic 10" descr="Blueprint with solid fill">
              <a:extLst>
                <a:ext uri="{FF2B5EF4-FFF2-40B4-BE49-F238E27FC236}">
                  <a16:creationId xmlns:a16="http://schemas.microsoft.com/office/drawing/2014/main" id="{F68FD447-1F9A-F90B-DB4D-E02C52DC0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972720" y="1873920"/>
              <a:ext cx="914400" cy="914400"/>
            </a:xfrm>
            <a:prstGeom prst="rect">
              <a:avLst/>
            </a:prstGeom>
          </p:spPr>
        </p:pic>
        <p:pic>
          <p:nvPicPr>
            <p:cNvPr id="13" name="Graphic 12" descr="Blog with solid fill">
              <a:extLst>
                <a:ext uri="{FF2B5EF4-FFF2-40B4-BE49-F238E27FC236}">
                  <a16:creationId xmlns:a16="http://schemas.microsoft.com/office/drawing/2014/main" id="{9695B69E-DD96-CD55-DDF7-F06CA2859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392747" y="1873920"/>
              <a:ext cx="914400" cy="914400"/>
            </a:xfrm>
            <a:prstGeom prst="rect">
              <a:avLst/>
            </a:prstGeom>
          </p:spPr>
        </p:pic>
      </p:grpSp>
      <p:pic>
        <p:nvPicPr>
          <p:cNvPr id="17" name="Graphic 16" descr="Artificial Intelligence with solid fill">
            <a:extLst>
              <a:ext uri="{FF2B5EF4-FFF2-40B4-BE49-F238E27FC236}">
                <a16:creationId xmlns:a16="http://schemas.microsoft.com/office/drawing/2014/main" id="{43EB0D2D-AAD1-14B9-DDC8-CC046568F2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42879" y="187392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67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14097-2E9E-C27D-9CC7-CA3BABFF8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25" y="315900"/>
            <a:ext cx="8373000" cy="886397"/>
          </a:xfrm>
        </p:spPr>
        <p:txBody>
          <a:bodyPr/>
          <a:lstStyle/>
          <a:p>
            <a:r>
              <a:rPr lang="en-US" dirty="0"/>
              <a:t>The Challenge &amp; Need for Reoriented Science Policy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06AA3-A966-2FC3-9B72-20CE0D12D6E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The core challenge: </a:t>
            </a:r>
            <a:r>
              <a:rPr lang="en-US" dirty="0"/>
              <a:t>Despite advancements, the U.S. faces persistent societal problems (socioeconomic disparities, unequal opportunity).</a:t>
            </a:r>
          </a:p>
          <a:p>
            <a:pPr marL="127000" indent="0">
              <a:buNone/>
            </a:pP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Innovation for whom?</a:t>
            </a:r>
            <a:r>
              <a:rPr lang="en-US" dirty="0"/>
              <a:t> The current national innovation system isn't translating progress into equitable outcomes for all Americans.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Informed by Dr. Crow’s prior work: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Existing science funding and institution structures are not intentionally designed to link basic research directly to inclusive solutions for complex societal problems.</a:t>
            </a:r>
          </a:p>
          <a:p>
            <a:pPr marL="12700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489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07F9F-7BC4-AABC-4FF7-738FA3A84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162C84-7D2D-F220-9CAF-5F0FD69C60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ED46BD-9559-1DBF-0F10-1CB65B9C5C6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nline Media 4" title="Innovation in Higher Education">
            <a:hlinkClick r:id="" action="ppaction://media"/>
            <a:extLst>
              <a:ext uri="{FF2B5EF4-FFF2-40B4-BE49-F238E27FC236}">
                <a16:creationId xmlns:a16="http://schemas.microsoft.com/office/drawing/2014/main" id="{D3777463-A686-921C-AE48-C9DB983EA58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9050" y="0"/>
            <a:ext cx="910431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968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5878-FFFA-4406-F3AC-811BBCD4F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1/3 Country Concept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DA3FA8-9FCA-68F8-6C48-D0327BE6888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Concept Origin: </a:t>
            </a:r>
            <a:r>
              <a:rPr lang="en-US" dirty="0"/>
              <a:t>Conceptualized by Dr. Michael Crow.</a:t>
            </a:r>
          </a:p>
          <a:p>
            <a:r>
              <a:rPr lang="en-US" b="1" dirty="0">
                <a:solidFill>
                  <a:schemeClr val="accent2"/>
                </a:solidFill>
              </a:rPr>
              <a:t>Framework: </a:t>
            </a:r>
            <a:r>
              <a:rPr lang="en-US" dirty="0"/>
              <a:t>Reimagines the U.S. population as three distinct income-based "countries":</a:t>
            </a:r>
          </a:p>
          <a:p>
            <a:pPr lvl="1"/>
            <a:r>
              <a:rPr lang="en-US" b="1" i="1" dirty="0">
                <a:solidFill>
                  <a:schemeClr val="accent2"/>
                </a:solidFill>
              </a:rPr>
              <a:t>Bottom Third: </a:t>
            </a:r>
            <a:r>
              <a:rPr lang="en-US" dirty="0"/>
              <a:t>Facing unprecedented stagnation or decline in key indicators, often lacking access to the benefits of technological progress.</a:t>
            </a:r>
          </a:p>
          <a:p>
            <a:pPr lvl="1"/>
            <a:r>
              <a:rPr lang="en-US" b="1" i="1" dirty="0">
                <a:solidFill>
                  <a:schemeClr val="accent2"/>
                </a:solidFill>
              </a:rPr>
              <a:t>Middle Third: </a:t>
            </a:r>
            <a:r>
              <a:rPr lang="en-US" dirty="0"/>
              <a:t>Conditions often akin to developed European nations.</a:t>
            </a:r>
          </a:p>
          <a:p>
            <a:pPr lvl="1"/>
            <a:r>
              <a:rPr lang="en-US" b="1" i="1" dirty="0">
                <a:solidFill>
                  <a:schemeClr val="accent2"/>
                </a:solidFill>
              </a:rPr>
              <a:t>Top Third:</a:t>
            </a:r>
            <a:r>
              <a:rPr lang="en-US" dirty="0"/>
              <a:t> Indicators accelerating at record levels.</a:t>
            </a:r>
          </a:p>
          <a:p>
            <a:pPr marL="584200" lvl="1" indent="0">
              <a:buNone/>
            </a:pP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Purpose: </a:t>
            </a:r>
            <a:r>
              <a:rPr lang="en-US" dirty="0"/>
              <a:t>To move beyond national averages which obscure significant socioeconomic disparities and hinder effective policy.</a:t>
            </a:r>
          </a:p>
        </p:txBody>
      </p:sp>
    </p:spTree>
    <p:extLst>
      <p:ext uri="{BB962C8B-B14F-4D97-AF65-F5344CB8AC3E}">
        <p14:creationId xmlns:p14="http://schemas.microsoft.com/office/powerpoint/2010/main" val="881673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56026-8C1A-627D-15C8-D9E5FB987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24" y="315901"/>
            <a:ext cx="8618491" cy="543636"/>
          </a:xfrm>
        </p:spPr>
        <p:txBody>
          <a:bodyPr/>
          <a:lstStyle/>
          <a:p>
            <a:r>
              <a:rPr lang="en-US" dirty="0"/>
              <a:t>Operationalizing the 1/3 Country Framework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9637F9-2921-6136-4873-B2C8E93733F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23275" y="1761024"/>
            <a:ext cx="8272800" cy="3066576"/>
          </a:xfrm>
        </p:spPr>
        <p:txBody>
          <a:bodyPr>
            <a:normAutofit fontScale="92500" lnSpcReduction="10000"/>
          </a:bodyPr>
          <a:lstStyle/>
          <a:p>
            <a:r>
              <a:rPr lang="en-US" sz="1800" b="1" dirty="0">
                <a:solidFill>
                  <a:schemeClr val="accent2"/>
                </a:solidFill>
              </a:rPr>
              <a:t>Objective: </a:t>
            </a:r>
            <a:r>
              <a:rPr lang="en-US" sz="1800" dirty="0"/>
              <a:t>Develop a methodology to compare diverse societal outcomes using household income position as the fundamental axis.</a:t>
            </a:r>
          </a:p>
          <a:p>
            <a:pPr marL="127000" indent="0">
              <a:buNone/>
            </a:pPr>
            <a:endParaRPr lang="en-US" sz="1800" dirty="0"/>
          </a:p>
          <a:p>
            <a:r>
              <a:rPr lang="en-US" sz="1800" b="1" dirty="0">
                <a:solidFill>
                  <a:schemeClr val="accent2"/>
                </a:solidFill>
              </a:rPr>
              <a:t>Unit of Analysis:</a:t>
            </a:r>
            <a:r>
              <a:rPr lang="en-US" sz="1800" dirty="0"/>
              <a:t> Income quantiles, specifically 60 granular, consecutive groups (terciles divided into 20 </a:t>
            </a:r>
            <a:r>
              <a:rPr lang="en-US" sz="1800" dirty="0" err="1"/>
              <a:t>ventiles</a:t>
            </a:r>
            <a:r>
              <a:rPr lang="en-US" sz="1800" dirty="0"/>
              <a:t> each).</a:t>
            </a:r>
          </a:p>
          <a:p>
            <a:pPr lvl="1"/>
            <a:r>
              <a:rPr lang="en-US" sz="1800" dirty="0"/>
              <a:t>Allows for the examination of how indicators vary between and within “countries”.</a:t>
            </a:r>
          </a:p>
          <a:p>
            <a:pPr marL="584200" lvl="1" indent="0">
              <a:buNone/>
            </a:pPr>
            <a:endParaRPr lang="en-US" sz="1800" dirty="0"/>
          </a:p>
          <a:p>
            <a:r>
              <a:rPr lang="en-US" sz="1800" b="1" dirty="0">
                <a:solidFill>
                  <a:schemeClr val="accent2"/>
                </a:solidFill>
              </a:rPr>
              <a:t>Method: </a:t>
            </a:r>
            <a:r>
              <a:rPr lang="en-US" sz="1800" dirty="0"/>
              <a:t>Weighted summary statistics calculated for each group; income imputation used where needed for consistency.</a:t>
            </a:r>
          </a:p>
          <a:p>
            <a:pPr marL="127000" indent="0">
              <a:buNone/>
            </a:pPr>
            <a:endParaRPr lang="en-US" sz="1800" dirty="0"/>
          </a:p>
          <a:p>
            <a:r>
              <a:rPr lang="en-US" sz="1800" b="1" dirty="0">
                <a:solidFill>
                  <a:schemeClr val="accent2"/>
                </a:solidFill>
              </a:rPr>
              <a:t>Data Sources: </a:t>
            </a:r>
            <a:r>
              <a:rPr lang="en-US" sz="1800" dirty="0"/>
              <a:t>IPUMS ACS, CPS supplements (ASEC, FSS, Voting), NHIS.</a:t>
            </a:r>
          </a:p>
          <a:p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605C721-4CCA-E1AC-4850-F6C51553B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950" y="865731"/>
            <a:ext cx="8373000" cy="221599"/>
          </a:xfrm>
        </p:spPr>
        <p:txBody>
          <a:bodyPr/>
          <a:lstStyle/>
          <a:p>
            <a:r>
              <a:rPr lang="en-US" dirty="0"/>
              <a:t>A novel methodological approach</a:t>
            </a:r>
          </a:p>
        </p:txBody>
      </p:sp>
    </p:spTree>
    <p:extLst>
      <p:ext uri="{BB962C8B-B14F-4D97-AF65-F5344CB8AC3E}">
        <p14:creationId xmlns:p14="http://schemas.microsoft.com/office/powerpoint/2010/main" val="2142410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3B318-73D0-6831-C36D-CA44C53F2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24" y="315900"/>
            <a:ext cx="8572771" cy="886397"/>
          </a:xfrm>
        </p:spPr>
        <p:txBody>
          <a:bodyPr/>
          <a:lstStyle/>
          <a:p>
            <a:r>
              <a:rPr lang="en-US" dirty="0"/>
              <a:t>Operationalizing the 1/3 Country Framework</a:t>
            </a:r>
          </a:p>
        </p:txBody>
      </p:sp>
      <p:pic>
        <p:nvPicPr>
          <p:cNvPr id="6" name="Picture 5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31566650-759C-9CD3-E550-BA6592784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787" y="1314866"/>
            <a:ext cx="6016425" cy="3828634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D8FB33CF-6C9C-993D-1180-01D02BA7B2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950" y="865731"/>
            <a:ext cx="8373000" cy="221599"/>
          </a:xfrm>
        </p:spPr>
        <p:txBody>
          <a:bodyPr/>
          <a:lstStyle/>
          <a:p>
            <a:r>
              <a:rPr lang="en-US" dirty="0" err="1"/>
              <a:t>Ventiles</a:t>
            </a:r>
            <a:r>
              <a:rPr lang="en-US" dirty="0"/>
              <a:t> within “Country” Terciles</a:t>
            </a:r>
          </a:p>
        </p:txBody>
      </p:sp>
    </p:spTree>
    <p:extLst>
      <p:ext uri="{BB962C8B-B14F-4D97-AF65-F5344CB8AC3E}">
        <p14:creationId xmlns:p14="http://schemas.microsoft.com/office/powerpoint/2010/main" val="2235765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EFF13-0DF2-B97D-D054-49B23D88B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4400" y="2206175"/>
            <a:ext cx="8275200" cy="731150"/>
          </a:xfrm>
        </p:spPr>
        <p:txBody>
          <a:bodyPr/>
          <a:lstStyle/>
          <a:p>
            <a:pPr algn="ctr"/>
            <a:r>
              <a:rPr lang="en-US" dirty="0"/>
              <a:t>Indicator Visualizations</a:t>
            </a:r>
          </a:p>
        </p:txBody>
      </p:sp>
    </p:spTree>
    <p:extLst>
      <p:ext uri="{BB962C8B-B14F-4D97-AF65-F5344CB8AC3E}">
        <p14:creationId xmlns:p14="http://schemas.microsoft.com/office/powerpoint/2010/main" val="1874347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CB4CF-2509-9879-3289-2C5F675DE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3D1EB3-0079-2CB0-CF83-AFC3662C5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950" y="820011"/>
            <a:ext cx="8373000" cy="221599"/>
          </a:xfrm>
        </p:spPr>
        <p:txBody>
          <a:bodyPr/>
          <a:lstStyle/>
          <a:p>
            <a:r>
              <a:rPr lang="en-US" dirty="0"/>
              <a:t>Demographics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F98450-C2CF-B936-5DE3-DDD5B62198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63787" y="1314866"/>
            <a:ext cx="6016424" cy="382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738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912F5-D36E-0313-0A95-D4FD509A5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6673D-C6D9-AC4C-FEA6-6D6E9AA14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Racial Diversity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C6EBD3-617A-53B6-4B0F-74694C5E92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950" y="820011"/>
            <a:ext cx="8373000" cy="221599"/>
          </a:xfrm>
        </p:spPr>
        <p:txBody>
          <a:bodyPr/>
          <a:lstStyle/>
          <a:p>
            <a:r>
              <a:rPr lang="en-US" dirty="0"/>
              <a:t>Demographics</a:t>
            </a:r>
          </a:p>
        </p:txBody>
      </p:sp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64DCE761-6ED1-E4A5-BFEE-6E09BCB27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7089"/>
            <a:ext cx="4899199" cy="3117672"/>
          </a:xfrm>
          <a:prstGeom prst="rect">
            <a:avLst/>
          </a:prstGeom>
        </p:spPr>
      </p:pic>
      <p:pic>
        <p:nvPicPr>
          <p:cNvPr id="8" name="Picture 7" descr="A graph of a black line&#10;&#10;AI-generated content may be incorrect.">
            <a:extLst>
              <a:ext uri="{FF2B5EF4-FFF2-40B4-BE49-F238E27FC236}">
                <a16:creationId xmlns:a16="http://schemas.microsoft.com/office/drawing/2014/main" id="{0296F228-1802-B6BC-6E99-635D70A80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753" y="1847089"/>
            <a:ext cx="4129247" cy="262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253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E45E5-2C25-0133-3CC8-F96BC9DE5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FA865-FDCD-C8B6-519F-9C1E1D5F0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25" y="315900"/>
            <a:ext cx="8373000" cy="443198"/>
          </a:xfrm>
        </p:spPr>
        <p:txBody>
          <a:bodyPr/>
          <a:lstStyle/>
          <a:p>
            <a:r>
              <a:rPr lang="en-US" dirty="0"/>
              <a:t>Labor Force and Employment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C563E8-BEF7-013F-5419-007E5CCC68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950" y="820011"/>
            <a:ext cx="8373000" cy="221599"/>
          </a:xfrm>
        </p:spPr>
        <p:txBody>
          <a:bodyPr/>
          <a:lstStyle/>
          <a:p>
            <a:r>
              <a:rPr lang="en-US" dirty="0"/>
              <a:t>Economic Opportunity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656E54-CA7E-C7C8-139F-72266F9B49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63787" y="1314866"/>
            <a:ext cx="6016424" cy="382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990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B1BE6-2130-FB75-5CBB-C695ADB6B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9E276-9659-A108-EAA1-0A6E436FA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25" y="315900"/>
            <a:ext cx="8373000" cy="443198"/>
          </a:xfrm>
        </p:spPr>
        <p:txBody>
          <a:bodyPr/>
          <a:lstStyle/>
          <a:p>
            <a:r>
              <a:rPr lang="en-US" dirty="0"/>
              <a:t>Poverty Rates (Bottom Third Country)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5B449C-E91A-9ECC-3179-8D4D999B5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950" y="820011"/>
            <a:ext cx="8373000" cy="221599"/>
          </a:xfrm>
        </p:spPr>
        <p:txBody>
          <a:bodyPr/>
          <a:lstStyle/>
          <a:p>
            <a:r>
              <a:rPr lang="en-US" dirty="0"/>
              <a:t>Economic Opportunity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34B5F9-D9B9-45EC-B552-7A36B16A3D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63787" y="1314866"/>
            <a:ext cx="6016423" cy="382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965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D40F2-9485-9AE3-AD96-E9215B89E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BFBE9-E57F-F335-46D5-B0D27BD7C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25" y="315900"/>
            <a:ext cx="8373000" cy="443198"/>
          </a:xfrm>
        </p:spPr>
        <p:txBody>
          <a:bodyPr/>
          <a:lstStyle/>
          <a:p>
            <a:r>
              <a:rPr lang="en-US" dirty="0"/>
              <a:t>Food Insecurity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275AA9-F22D-2AF6-D6B4-C931B286F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950" y="820011"/>
            <a:ext cx="8373000" cy="221599"/>
          </a:xfrm>
        </p:spPr>
        <p:txBody>
          <a:bodyPr/>
          <a:lstStyle/>
          <a:p>
            <a:r>
              <a:rPr lang="en-US" dirty="0"/>
              <a:t>Economic Opportunity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C45D5A-1F94-16EF-1F94-361B60E274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63787" y="1314866"/>
            <a:ext cx="6016423" cy="38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335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622C2-2D1E-5A2B-2061-5BE03E081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C0CF9-324E-CB01-BBD7-1D3D752AB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25" y="315900"/>
            <a:ext cx="8373000" cy="443198"/>
          </a:xfrm>
        </p:spPr>
        <p:txBody>
          <a:bodyPr/>
          <a:lstStyle/>
          <a:p>
            <a:r>
              <a:rPr lang="en-US" dirty="0"/>
              <a:t>Socioeconomic Status (HWSEI)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B1059-95D2-9D8F-0027-FC40A0FAFB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950" y="820011"/>
            <a:ext cx="8373000" cy="221599"/>
          </a:xfrm>
        </p:spPr>
        <p:txBody>
          <a:bodyPr/>
          <a:lstStyle/>
          <a:p>
            <a:r>
              <a:rPr lang="en-US" dirty="0"/>
              <a:t>Economic Opportunity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15A684-14AC-A302-A4C6-E598B0735E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63788" y="1314866"/>
            <a:ext cx="6016421" cy="38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394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589FD-56D5-587D-3546-48B124A86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1B0F2-B760-926E-9D36-901B364A4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25" y="315900"/>
            <a:ext cx="8373000" cy="443198"/>
          </a:xfrm>
        </p:spPr>
        <p:txBody>
          <a:bodyPr/>
          <a:lstStyle/>
          <a:p>
            <a:r>
              <a:rPr lang="en-US" dirty="0"/>
              <a:t>Educational Attainment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8CDF7F-CB4C-F8F2-8CD0-2A9C4BCA9E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950" y="820011"/>
            <a:ext cx="8373000" cy="221599"/>
          </a:xfrm>
        </p:spPr>
        <p:txBody>
          <a:bodyPr/>
          <a:lstStyle/>
          <a:p>
            <a:r>
              <a:rPr lang="en-US" dirty="0"/>
              <a:t>Education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E612E4-B660-2391-D68B-31542DAED1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63788" y="1314866"/>
            <a:ext cx="6016421" cy="382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890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423F7-BC99-C990-6614-394DF7234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6241-FC89-BED7-42A2-EF326836A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25" y="315900"/>
            <a:ext cx="8373000" cy="443198"/>
          </a:xfrm>
        </p:spPr>
        <p:txBody>
          <a:bodyPr/>
          <a:lstStyle/>
          <a:p>
            <a:r>
              <a:rPr lang="en-US" dirty="0"/>
              <a:t>Child School Enrollment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85143C-EBA4-B555-5A8B-96EF3FADC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950" y="820011"/>
            <a:ext cx="8373000" cy="221599"/>
          </a:xfrm>
        </p:spPr>
        <p:txBody>
          <a:bodyPr/>
          <a:lstStyle/>
          <a:p>
            <a:r>
              <a:rPr lang="en-US" dirty="0"/>
              <a:t>Education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0B6E9D-39D0-05FF-14FE-EDA5BD2BC6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63789" y="1314866"/>
            <a:ext cx="6016419" cy="382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730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DA798-36C9-92E8-D2FC-0C0C8A4B7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7972A-29BD-9116-9C2E-88CEBC810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25" y="315900"/>
            <a:ext cx="8373000" cy="443198"/>
          </a:xfrm>
        </p:spPr>
        <p:txBody>
          <a:bodyPr/>
          <a:lstStyle/>
          <a:p>
            <a:r>
              <a:rPr lang="en-US" dirty="0"/>
              <a:t>Adult Formal Education Enrollment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D3DB34-2036-A58A-A9C4-0D68CF5F2F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950" y="820011"/>
            <a:ext cx="8373000" cy="221599"/>
          </a:xfrm>
        </p:spPr>
        <p:txBody>
          <a:bodyPr/>
          <a:lstStyle/>
          <a:p>
            <a:r>
              <a:rPr lang="en-US" dirty="0"/>
              <a:t>Education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1CAF42-97D3-BD38-38AC-1682770FB0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63789" y="1314866"/>
            <a:ext cx="6016419" cy="382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1725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13A49-4B69-DE95-F3EC-8F4A4FAAA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A61D9-B0A0-418D-8B33-920CA6260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25" y="315900"/>
            <a:ext cx="8373000" cy="443198"/>
          </a:xfrm>
        </p:spPr>
        <p:txBody>
          <a:bodyPr/>
          <a:lstStyle/>
          <a:p>
            <a:r>
              <a:rPr lang="en-US" dirty="0"/>
              <a:t>Homeownership vs. Renting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5EE117-1575-98C1-6911-7EF0E1000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950" y="820011"/>
            <a:ext cx="8373000" cy="221599"/>
          </a:xfrm>
        </p:spPr>
        <p:txBody>
          <a:bodyPr/>
          <a:lstStyle/>
          <a:p>
            <a:r>
              <a:rPr lang="en-US" dirty="0"/>
              <a:t>Housing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E08C28-7FB9-6B7A-FCAA-610F89D6C7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63789" y="1314866"/>
            <a:ext cx="6016419" cy="382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42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5537A-F210-FFF8-57F7-5BA7581D8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E1EF9-AE98-1D3C-98ED-340914543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25" y="315900"/>
            <a:ext cx="8373000" cy="443198"/>
          </a:xfrm>
        </p:spPr>
        <p:txBody>
          <a:bodyPr/>
          <a:lstStyle/>
          <a:p>
            <a:r>
              <a:rPr lang="en-US" dirty="0"/>
              <a:t>Housing Cost Burden </a:t>
            </a:r>
            <a:r>
              <a:rPr lang="en-US" sz="2400" i="1" dirty="0"/>
              <a:t>(&gt;30% of income)</a:t>
            </a:r>
            <a:endParaRPr lang="en-US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C52AFE-3DDD-4CC2-C918-6A47317E4D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950" y="820011"/>
            <a:ext cx="8373000" cy="221599"/>
          </a:xfrm>
        </p:spPr>
        <p:txBody>
          <a:bodyPr/>
          <a:lstStyle/>
          <a:p>
            <a:r>
              <a:rPr lang="en-US" dirty="0"/>
              <a:t>Housing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61AAB2-E5EE-460C-D9C5-B2B820858C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63789" y="1314866"/>
            <a:ext cx="6016418" cy="382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8551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FA5E2-AC60-A750-ED5D-F88057788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8F7F5-8BB1-003B-0364-CB023623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25" y="315900"/>
            <a:ext cx="8373000" cy="443198"/>
          </a:xfrm>
        </p:spPr>
        <p:txBody>
          <a:bodyPr/>
          <a:lstStyle/>
          <a:p>
            <a:r>
              <a:rPr lang="en-US" dirty="0"/>
              <a:t>Household Crowding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00296B-4D44-001A-18C2-DCD787C40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950" y="820011"/>
            <a:ext cx="8373000" cy="221599"/>
          </a:xfrm>
        </p:spPr>
        <p:txBody>
          <a:bodyPr/>
          <a:lstStyle/>
          <a:p>
            <a:r>
              <a:rPr lang="en-US" dirty="0"/>
              <a:t>Housing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E18565-CCDE-ABE7-911B-F80AEE859C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63789" y="1314866"/>
            <a:ext cx="6016418" cy="382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2261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B22E3-A9FA-D986-C5F0-4B75ECCB3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BBC78-0E40-B3B8-60C4-9C50A25E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25" y="315900"/>
            <a:ext cx="8373000" cy="443198"/>
          </a:xfrm>
        </p:spPr>
        <p:txBody>
          <a:bodyPr/>
          <a:lstStyle/>
          <a:p>
            <a:r>
              <a:rPr lang="en-US" dirty="0"/>
              <a:t>Access to Internet and Technology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CC242E-0CCF-69D6-19E6-16D9CB5E6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950" y="820011"/>
            <a:ext cx="8373000" cy="221599"/>
          </a:xfrm>
        </p:spPr>
        <p:txBody>
          <a:bodyPr/>
          <a:lstStyle/>
          <a:p>
            <a:r>
              <a:rPr lang="en-US" dirty="0"/>
              <a:t>Housing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896DF3-D128-97A4-061A-E589CF4C59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63789" y="1314866"/>
            <a:ext cx="6016418" cy="382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33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17898-B054-2816-A193-030974E1E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48BA7-7C51-5F0A-BA6B-8270F4715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25" y="315900"/>
            <a:ext cx="8373000" cy="443198"/>
          </a:xfrm>
        </p:spPr>
        <p:txBody>
          <a:bodyPr/>
          <a:lstStyle/>
          <a:p>
            <a:r>
              <a:rPr lang="en-US" dirty="0"/>
              <a:t>Self-Rated Health Score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B9D75A-2BD0-3E4F-36B2-D0A052DB65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950" y="820011"/>
            <a:ext cx="8373000" cy="221599"/>
          </a:xfrm>
        </p:spPr>
        <p:txBody>
          <a:bodyPr/>
          <a:lstStyle/>
          <a:p>
            <a:r>
              <a:rPr lang="en-US" dirty="0"/>
              <a:t>Health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ABA9C8-9438-26EC-C784-8115C3CA78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63790" y="1314866"/>
            <a:ext cx="6016416" cy="382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9326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D6AC1-E4E2-4DFF-DA87-E356364E2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E9441-9142-9F18-3ABB-6D081DBDF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25" y="315900"/>
            <a:ext cx="8373000" cy="443198"/>
          </a:xfrm>
        </p:spPr>
        <p:txBody>
          <a:bodyPr/>
          <a:lstStyle/>
          <a:p>
            <a:r>
              <a:rPr lang="en-US" dirty="0"/>
              <a:t>Disability Rates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A78292-73EC-DBB1-9ECF-17DE30B03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950" y="820011"/>
            <a:ext cx="8373000" cy="221599"/>
          </a:xfrm>
        </p:spPr>
        <p:txBody>
          <a:bodyPr/>
          <a:lstStyle/>
          <a:p>
            <a:r>
              <a:rPr lang="en-US" dirty="0"/>
              <a:t>Health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E12743-5192-5DDC-09C2-A9FF8700FD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63790" y="1314866"/>
            <a:ext cx="6016416" cy="382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798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83C13-C42E-7D11-D7C8-003E69C82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80FB6-91AE-1F91-0DEB-DA537155D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25" y="315900"/>
            <a:ext cx="8373000" cy="443198"/>
          </a:xfrm>
        </p:spPr>
        <p:txBody>
          <a:bodyPr/>
          <a:lstStyle/>
          <a:p>
            <a:r>
              <a:rPr lang="en-US" dirty="0"/>
              <a:t>Heart Disease Rate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9053E8-1538-CCD7-5783-B9A214270E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950" y="820011"/>
            <a:ext cx="8373000" cy="221599"/>
          </a:xfrm>
        </p:spPr>
        <p:txBody>
          <a:bodyPr/>
          <a:lstStyle/>
          <a:p>
            <a:r>
              <a:rPr lang="en-US" dirty="0"/>
              <a:t>Health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0A464A-B8BB-BD0D-E3C3-F4D1AE9172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63790" y="1314866"/>
            <a:ext cx="6016415" cy="382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0366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75CA1-9431-CABF-1996-C23DDBDA0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8A257-5C66-0320-44DF-E5F1909F3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25" y="315900"/>
            <a:ext cx="8373000" cy="443198"/>
          </a:xfrm>
        </p:spPr>
        <p:txBody>
          <a:bodyPr/>
          <a:lstStyle/>
          <a:p>
            <a:r>
              <a:rPr lang="en-US" dirty="0"/>
              <a:t>Obesity Rate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A152C5-0964-60A1-A3F6-76A1DBF63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950" y="820011"/>
            <a:ext cx="8373000" cy="221599"/>
          </a:xfrm>
        </p:spPr>
        <p:txBody>
          <a:bodyPr/>
          <a:lstStyle/>
          <a:p>
            <a:r>
              <a:rPr lang="en-US" dirty="0"/>
              <a:t>Health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7E2966-A530-2C83-CAA7-722E4B3094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63790" y="1314866"/>
            <a:ext cx="6016415" cy="382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1551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E8469-48F6-68F7-C57A-3694DB6C9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8D639-8922-6821-AE43-8C76945F8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24" y="315900"/>
            <a:ext cx="8618491" cy="443198"/>
          </a:xfrm>
        </p:spPr>
        <p:txBody>
          <a:bodyPr/>
          <a:lstStyle/>
          <a:p>
            <a:r>
              <a:rPr lang="en-US" dirty="0"/>
              <a:t>Smoking Rate &amp; Cigarettes Smoked Per Day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015EBB-1314-D522-2EDF-F392F8445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950" y="820011"/>
            <a:ext cx="8373000" cy="221599"/>
          </a:xfrm>
        </p:spPr>
        <p:txBody>
          <a:bodyPr/>
          <a:lstStyle/>
          <a:p>
            <a:r>
              <a:rPr lang="en-US" dirty="0"/>
              <a:t>Health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CEF160-A423-6EBB-C515-D705277B94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63791" y="1314866"/>
            <a:ext cx="6016413" cy="382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0476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65238-9A64-78E2-BBCD-6A0367635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A20D4-B935-65F4-82E9-30C4A5EF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24" y="315900"/>
            <a:ext cx="8618491" cy="443198"/>
          </a:xfrm>
        </p:spPr>
        <p:txBody>
          <a:bodyPr/>
          <a:lstStyle/>
          <a:p>
            <a:r>
              <a:rPr lang="en-US" dirty="0"/>
              <a:t>Non-Citizen Rate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9CD05C-F9C4-718C-1F57-105D87AF03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950" y="820011"/>
            <a:ext cx="8373000" cy="221599"/>
          </a:xfrm>
        </p:spPr>
        <p:txBody>
          <a:bodyPr/>
          <a:lstStyle/>
          <a:p>
            <a:r>
              <a:rPr lang="en-US" dirty="0"/>
              <a:t>Civic Engagement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452E8F-A342-1B2B-23C6-092A6BB0F5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63791" y="1314866"/>
            <a:ext cx="6016413" cy="382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2461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66464-9B73-923F-2A9B-2AD3C4A59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1E75B-0B32-BEE3-007B-58DED6FA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24" y="315900"/>
            <a:ext cx="8618491" cy="443198"/>
          </a:xfrm>
        </p:spPr>
        <p:txBody>
          <a:bodyPr/>
          <a:lstStyle/>
          <a:p>
            <a:r>
              <a:rPr lang="en-US" dirty="0"/>
              <a:t>Non-Citizen Rate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DAE6F1-A58F-6C41-DD3F-A0A04E4B3B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950" y="820011"/>
            <a:ext cx="8373000" cy="221599"/>
          </a:xfrm>
        </p:spPr>
        <p:txBody>
          <a:bodyPr/>
          <a:lstStyle/>
          <a:p>
            <a:r>
              <a:rPr lang="en-US" dirty="0"/>
              <a:t>Civic Engagement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653B37-22DC-66AF-E5A3-1DF853C186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63791" y="1314866"/>
            <a:ext cx="6016412" cy="382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6617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A1AE9-05F7-A32D-7F63-2EF504ACC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5" y="320050"/>
            <a:ext cx="8271600" cy="443198"/>
          </a:xfrm>
        </p:spPr>
        <p:txBody>
          <a:bodyPr/>
          <a:lstStyle/>
          <a:p>
            <a:r>
              <a:rPr lang="en-US" dirty="0"/>
              <a:t>Implications for Science Policy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287B0C-B5D8-4932-484F-4DF4B775C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900" y="1125700"/>
            <a:ext cx="8137884" cy="3050700"/>
          </a:xfrm>
        </p:spPr>
        <p:txBody>
          <a:bodyPr/>
          <a:lstStyle/>
          <a:p>
            <a:r>
              <a:rPr lang="en-US" dirty="0"/>
              <a:t>Persistent disparities suggest </a:t>
            </a:r>
            <a:r>
              <a:rPr lang="en-US" b="1" dirty="0">
                <a:solidFill>
                  <a:schemeClr val="accent2"/>
                </a:solidFill>
              </a:rPr>
              <a:t>current science policy approaches are insufficient</a:t>
            </a:r>
            <a:r>
              <a:rPr lang="en-US" dirty="0"/>
              <a:t>.</a:t>
            </a:r>
          </a:p>
          <a:p>
            <a:pPr marL="127000" indent="0">
              <a:buNone/>
            </a:pP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Science policy must be intentionally reoriented</a:t>
            </a:r>
            <a:r>
              <a:rPr lang="en-US" dirty="0"/>
              <a:t> to identify, prioritize, and tackle complex, interconnected societal challenges ("wicked problems").</a:t>
            </a:r>
          </a:p>
          <a:p>
            <a:pPr marL="127000" indent="0">
              <a:buNone/>
            </a:pPr>
            <a:endParaRPr lang="en-US" dirty="0"/>
          </a:p>
          <a:p>
            <a:r>
              <a:rPr lang="en-US" dirty="0"/>
              <a:t>Requires integrated efforts focused on </a:t>
            </a:r>
            <a:r>
              <a:rPr lang="en-US" b="1" dirty="0">
                <a:solidFill>
                  <a:schemeClr val="accent2"/>
                </a:solidFill>
              </a:rPr>
              <a:t>equitable outcomes and societal impact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69520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AAA65-D025-4B37-C401-607D98009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5" y="320050"/>
            <a:ext cx="8271600" cy="886397"/>
          </a:xfrm>
        </p:spPr>
        <p:txBody>
          <a:bodyPr/>
          <a:lstStyle/>
          <a:p>
            <a:r>
              <a:rPr lang="en-US" dirty="0"/>
              <a:t>Significance and Future Direction of Framework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BC6DA1-145D-45A9-7045-4CC8BBC7A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5" y="1381732"/>
            <a:ext cx="8271600" cy="3592604"/>
          </a:xfrm>
        </p:spPr>
        <p:txBody>
          <a:bodyPr>
            <a:normAutofit/>
          </a:bodyPr>
          <a:lstStyle/>
          <a:p>
            <a:r>
              <a:rPr lang="en-US" sz="1800" dirty="0"/>
              <a:t>Framework provides a robust, scalable tool for understanding conditions across the income spectrum.</a:t>
            </a:r>
          </a:p>
          <a:p>
            <a:pPr marL="127000" indent="0">
              <a:buNone/>
            </a:pPr>
            <a:endParaRPr lang="en-US" sz="1800" dirty="0"/>
          </a:p>
          <a:p>
            <a:r>
              <a:rPr lang="en-US" sz="1800" dirty="0"/>
              <a:t>Foundation for future work:</a:t>
            </a:r>
          </a:p>
          <a:p>
            <a:pPr lvl="1"/>
            <a:r>
              <a:rPr lang="en-US" sz="1800" dirty="0"/>
              <a:t>Synthesized model with hundreds of indicators.</a:t>
            </a:r>
          </a:p>
          <a:p>
            <a:pPr lvl="1"/>
            <a:r>
              <a:rPr lang="en-US" sz="1800" dirty="0"/>
              <a:t>Temporal analysis (tracking changes over time).</a:t>
            </a:r>
          </a:p>
          <a:p>
            <a:pPr lvl="1"/>
            <a:r>
              <a:rPr lang="en-US" sz="1800" dirty="0"/>
              <a:t>Geographic analysis (mapping spatial disparities).</a:t>
            </a:r>
          </a:p>
          <a:p>
            <a:pPr marL="127000" indent="0">
              <a:buNone/>
            </a:pPr>
            <a:endParaRPr lang="en-US" sz="1800" dirty="0"/>
          </a:p>
          <a:p>
            <a:r>
              <a:rPr lang="en-US" sz="1800" dirty="0"/>
              <a:t>Informs efforts to foster more inclusive and equitable progress via science &amp; innovation policy.</a:t>
            </a:r>
          </a:p>
        </p:txBody>
      </p:sp>
    </p:spTree>
    <p:extLst>
      <p:ext uri="{BB962C8B-B14F-4D97-AF65-F5344CB8AC3E}">
        <p14:creationId xmlns:p14="http://schemas.microsoft.com/office/powerpoint/2010/main" val="5117741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A72AB-234B-173D-2748-48F5B33F7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63E363D4-A428-EED0-5116-03DB0E01B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703" y="295275"/>
            <a:ext cx="6829425" cy="455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3505063"/>
      </p:ext>
    </p:extLst>
  </p:cSld>
  <p:clrMapOvr>
    <a:masterClrMapping/>
  </p:clrMapOvr>
</p:sld>
</file>

<file path=ppt/theme/theme1.xml><?xml version="1.0" encoding="utf-8"?>
<a:theme xmlns:a="http://schemas.openxmlformats.org/drawingml/2006/main" name="2025 Official ASU Template Master (from Enterprise Brand Strategy and Management)">
  <a:themeElements>
    <a:clrScheme name="Simple Light">
      <a:dk1>
        <a:srgbClr val="191919"/>
      </a:dk1>
      <a:lt1>
        <a:srgbClr val="FFFFFF"/>
      </a:lt1>
      <a:dk2>
        <a:srgbClr val="747474"/>
      </a:dk2>
      <a:lt2>
        <a:srgbClr val="E8E8E8"/>
      </a:lt2>
      <a:accent1>
        <a:srgbClr val="FFC627"/>
      </a:accent1>
      <a:accent2>
        <a:srgbClr val="8C1D40"/>
      </a:accent2>
      <a:accent3>
        <a:srgbClr val="78BE20"/>
      </a:accent3>
      <a:accent4>
        <a:srgbClr val="FF7F32"/>
      </a:accent4>
      <a:accent5>
        <a:srgbClr val="00A3E0"/>
      </a:accent5>
      <a:accent6>
        <a:srgbClr val="CC2F2F"/>
      </a:accent6>
      <a:hlink>
        <a:srgbClr val="8C1D4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547</Words>
  <Application>Microsoft Office PowerPoint</Application>
  <PresentationFormat>On-screen Show (16:9)</PresentationFormat>
  <Paragraphs>92</Paragraphs>
  <Slides>31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2025 Official ASU Template Master (from Enterprise Brand Strategy and Management)</vt:lpstr>
      <vt:lpstr>PowerPoint Presentation</vt:lpstr>
      <vt:lpstr>Run of Show</vt:lpstr>
      <vt:lpstr>The Challenge &amp; Need for Reoriented Science Policy</vt:lpstr>
      <vt:lpstr>PowerPoint Presentation</vt:lpstr>
      <vt:lpstr>The 1/3 Country Concept</vt:lpstr>
      <vt:lpstr>Operationalizing the 1/3 Country Framework</vt:lpstr>
      <vt:lpstr>Operationalizing the 1/3 Country Framework</vt:lpstr>
      <vt:lpstr>Indicator Visualizations</vt:lpstr>
      <vt:lpstr>Average Age</vt:lpstr>
      <vt:lpstr>Racial Diversity</vt:lpstr>
      <vt:lpstr>Labor Force and Employment</vt:lpstr>
      <vt:lpstr>Poverty Rates (Bottom Third Country)</vt:lpstr>
      <vt:lpstr>Food Insecurity</vt:lpstr>
      <vt:lpstr>Socioeconomic Status (HWSEI)</vt:lpstr>
      <vt:lpstr>Educational Attainment</vt:lpstr>
      <vt:lpstr>Child School Enrollment</vt:lpstr>
      <vt:lpstr>Adult Formal Education Enrollment</vt:lpstr>
      <vt:lpstr>Homeownership vs. Renting</vt:lpstr>
      <vt:lpstr>Housing Cost Burden (&gt;30% of income)</vt:lpstr>
      <vt:lpstr>Household Crowding</vt:lpstr>
      <vt:lpstr>Access to Internet and Technology</vt:lpstr>
      <vt:lpstr>Self-Rated Health Score</vt:lpstr>
      <vt:lpstr>Disability Rates</vt:lpstr>
      <vt:lpstr>Heart Disease Rate</vt:lpstr>
      <vt:lpstr>Obesity Rate</vt:lpstr>
      <vt:lpstr>Smoking Rate &amp; Cigarettes Smoked Per Day</vt:lpstr>
      <vt:lpstr>Non-Citizen Rate</vt:lpstr>
      <vt:lpstr>Non-Citizen Rate</vt:lpstr>
      <vt:lpstr>Implications for Science Policy</vt:lpstr>
      <vt:lpstr>Significance and Future Direction of Framework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Maxwell Goshert</dc:creator>
  <cp:lastModifiedBy>Maxwell Goshert</cp:lastModifiedBy>
  <cp:revision>22</cp:revision>
  <dcterms:modified xsi:type="dcterms:W3CDTF">2025-05-16T13:27:49Z</dcterms:modified>
</cp:coreProperties>
</file>